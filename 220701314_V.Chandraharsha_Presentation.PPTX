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tags/tag10.xml" ContentType="application/vnd.openxmlformats-officedocument.presentationml.tags+xml"/>
  <Override PartName="/ppt/notesSlides/notesSlide10.xml" ContentType="application/vnd.openxmlformats-officedocument.presentationml.notesSlide+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tags/tag11.xml" ContentType="application/vnd.openxmlformats-officedocument.presentationml.tags+xml"/>
  <Override PartName="/ppt/notesSlides/notesSlide11.xml" ContentType="application/vnd.openxmlformats-officedocument.presentationml.notesSlide+xml"/>
  <Override PartName="/ppt/ink/ink30.xml" ContentType="application/inkml+xml"/>
  <Override PartName="/ppt/ink/ink31.xml" ContentType="application/inkml+xml"/>
  <Override PartName="/ppt/ink/ink32.xml" ContentType="application/inkml+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ink/ink33.xml" ContentType="application/inkml+xml"/>
  <Override PartName="/ppt/ink/ink34.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4"/>
  </p:notesMasterIdLst>
  <p:handoutMasterIdLst>
    <p:handoutMasterId r:id="rId25"/>
  </p:handoutMasterIdLst>
  <p:sldIdLst>
    <p:sldId id="280" r:id="rId2"/>
    <p:sldId id="366" r:id="rId3"/>
    <p:sldId id="380" r:id="rId4"/>
    <p:sldId id="383" r:id="rId5"/>
    <p:sldId id="384" r:id="rId6"/>
    <p:sldId id="385" r:id="rId7"/>
    <p:sldId id="386" r:id="rId8"/>
    <p:sldId id="387" r:id="rId9"/>
    <p:sldId id="388" r:id="rId10"/>
    <p:sldId id="389" r:id="rId11"/>
    <p:sldId id="400" r:id="rId12"/>
    <p:sldId id="390" r:id="rId13"/>
    <p:sldId id="403" r:id="rId14"/>
    <p:sldId id="404" r:id="rId15"/>
    <p:sldId id="405" r:id="rId16"/>
    <p:sldId id="406" r:id="rId17"/>
    <p:sldId id="393" r:id="rId18"/>
    <p:sldId id="394" r:id="rId19"/>
    <p:sldId id="395" r:id="rId20"/>
    <p:sldId id="397" r:id="rId21"/>
    <p:sldId id="399" r:id="rId22"/>
    <p:sldId id="281"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88" autoAdjust="0"/>
    <p:restoredTop sz="94364" autoAdjust="0"/>
  </p:normalViewPr>
  <p:slideViewPr>
    <p:cSldViewPr>
      <p:cViewPr>
        <p:scale>
          <a:sx n="66" d="100"/>
          <a:sy n="66" d="100"/>
        </p:scale>
        <p:origin x="1376" y="12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2T03:36:06.032"/>
    </inkml:context>
    <inkml:brush xml:id="br0">
      <inkml:brushProperty name="width" value="0.035" units="cm"/>
      <inkml:brushProperty name="height" value="0.035" units="cm"/>
      <inkml:brushProperty name="color" value="#FFFFFF"/>
    </inkml:brush>
  </inkml:definitions>
  <inkml:trace contextRef="#ctx0" brushRef="#br0">1084 358 24575,'-3'-3'0,"-1"1"0,1 0 0,0 0 0,-1 0 0,1 0 0,-1 1 0,1-1 0,-1 1 0,0 0 0,0 0 0,-5-1 0,-47-1 0,42 3 0,-1-1 0,-151 1 0,139 2 0,0 0 0,1 2 0,-1 2 0,-30 9 0,28-4 0,0-2 0,-1 0 0,-1-3 0,1 0 0,-45 2 0,36-6 0,-39 8 0,-36 1 0,71-12 0,30 0 0,1 0 0,0 1 0,-1 1 0,1 0 0,0 0 0,-15 5 0,26-6 0,0 0 0,0 0 0,0 0 0,0 1 0,0-1 0,0 0 0,0 1 0,0-1 0,0 1 0,0-1 0,0 1 0,1-1 0,-1 1 0,0 0 0,0-1 0,1 1 0,-1 0 0,0 0 0,1-1 0,-1 1 0,0 0 0,1 0 0,-1 0 0,1 0 0,0 0 0,-1 0 0,1 0 0,0 0 0,0 0 0,-1 0 0,1 0 0,0 0 0,0 0 0,0 0 0,0 0 0,0 0 0,0 0 0,1 0 0,-1 0 0,0 0 0,0 0 0,1 0 0,-1 0 0,1 0 0,-1 0 0,1 0 0,-1 0 0,1-1 0,0 1 0,0 1 0,3 3 0,0-1 0,0 0 0,0 0 0,1 0 0,-1 0 0,1-1 0,0 1 0,5 1 0,7 3 0,-1-2 0,1 0 0,0-2 0,1 1 0,-1-2 0,1 0 0,0-2 0,0 0 0,0 0 0,0-2 0,18-2 0,29-7 0,105-29 0,-137 30 0,61-12 0,147-15 0,97 17 0,570 60 0,-831-30 0,-41-5 0,37 2 0,-63-8 0,0 0 0,0 0 0,0-1 0,0 0 0,0-1 0,-1 0 0,1-1 0,14-5 0,-22 7 0,0 1 0,-1-1 0,1 0 0,0 0 0,0 0 0,0 0 0,-1 0 0,1 0 0,0 0 0,-1-1 0,1 1 0,-1-1 0,1 1 0,-1-1 0,0 1 0,0-1 0,0 0 0,0 0 0,0 1 0,0-1 0,0 0 0,-1 0 0,1 0 0,0 0 0,-1 0 0,0 0 0,1 0 0,-1 0 0,0 0 0,0 0 0,0 0 0,-1 0 0,1 0 0,0 0 0,-2-4 0,0 1 0,0 0 0,-1 0 0,0 0 0,0 1 0,0-1 0,-1 1 0,1 0 0,-1 0 0,0 0 0,0 0 0,-9-6 0,-6-1 0,0 0 0,-1 1 0,0 1 0,-1 1 0,0 1 0,0 1 0,-37-6 0,-7 3 0,-83-1 0,-62 10 0,110 2 0,-154-16 0,-44-26 0,111 2 0,167 34 0,-57-20 0,56 16 0,0 2 0,0 0 0,-37-5 0,-8 1 0,-108-29 0,213 36 0,60 8 0,110 18 0,-57-4 0,-93-14 0,103-7 0,58-19 0,-218 20 0,143-23 0,-93 13 0,1 3 0,60-3 0,-77 9 0,44-8 0,-45 4 0,51-1 0,-29 7 0,-45 0 0,-41 1 0,-449-1 0,474 0 0,0 0 0,0 0 0,0 0 0,0 1 0,0-1 0,0 1 0,0 0 0,0 1 0,0-1 0,-6 4 0,7-4 0,2 1 0,-1-1 0,0 1 0,0 0 0,0 0 0,1 0 0,-1 0 0,1 0 0,0 0 0,-1 0 0,1 1 0,0-1 0,0 0 0,1 1 0,-1-1 0,0 1 0,1-1 0,-1 5 0,0-3 0,0-1 0,1 0 0,-1 1 0,1-1 0,0 0 0,0 1 0,0-1 0,1 1 0,-1-1 0,1 0 0,-1 1 0,1-1 0,0 0 0,1 0 0,-1 0 0,0 0 0,1 0 0,0 0 0,0 0 0,0 0 0,0 0 0,0-1 0,0 1 0,1-1 0,-1 0 0,1 1 0,-1-1 0,1 0 0,0-1 0,0 1 0,0 0 0,0-1 0,0 0 0,0 0 0,1 0 0,4 1 0,30 8-273,0-3 0,0-1 0,1-2 0,73-1 0,-81-3-6553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2T03:36:38.613"/>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1425 79,'-61'-16,"0"2,-117-11,150 22,-72-8,-126 2,193 9,0 3,-1 0,1 2,1 2,-1 1,1 1,-55 25,64-22,-27 21,-12 6,40-25,-35 27,45-31,0-1,0 0,-1-1,0 0,-1-1,1 0,-2-1,-20 6,30-11,0 0,1 0,-1 1,0 0,0 0,1 0,-1 0,1 1,0 0,0 0,0 0,0 0,0 1,1-1,0 1,-1 0,-2 5,2-2,1 1,0-1,0 0,1 1,0-1,0 1,1 0,0 0,0 0,1 10,0-9,0 1,1-1,1 0,-1 0,1 0,1-1,0 1,0 0,1-1,0 0,0 0,1 0,0 0,7 8,-3-6,1 0,0-1,0 0,1-1,0 0,0 0,1-1,0-1,14 6,-9-5,2-1,-1 0,1-2,-1 0,1-1,0-1,1-1,-1 0,0-1,0-2,0 0,0 0,0-2,28-9,77-34,139-75,-28 12,-190 90,1 2,0 2,60-12,-74 23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2T03:36:41.011"/>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2209 379,'-819'0,"813"0,0 0,0 0,0 0,0 1,-9 3,15-4,-1 0,1 0,0 0,0 0,-1 0,1 0,0 0,0 0,0 0,-1 0,1 0,0 1,0-1,0 0,-1 0,1 0,0 0,0 1,0-1,0 0,0 0,-1 0,1 1,0-1,0 0,0 0,0 0,0 1,0-1,0 0,0 0,0 1,0-1,0 0,0 0,0 1,0-1,0 0,0 0,0 0,0 1,0-1,0 0,0 0,1 1,-1-1,0 0,0 0,0 0,0 0,1 1,11 9,-10-9,18 12,1 0,1-2,0-1,43 15,-20-12,74 12,72-9,-121-12,249 18,492 25,-455-40,-334-6,0-1,38-5,-60 5,0 0,0 0,1 0,-1 0,0 0,0 0,1 0,-1 0,0 0,0 0,0 0,1 0,-1-1,0 1,0 0,1 0,-1 0,0 0,0 0,0-1,0 1,1 0,-1 0,0 0,0-1,0 1,0 0,0 0,1-1,-1 1,0 0,0 0,0-1,0 1,0 0,0 0,0-1,0 1,0 0,0 0,0-1,0 1,0 0,0 0,0-1,-1 1,1 0,0 0,0 0,0-1,0 1,0 0,0 0,-1 0,1-1,0 1,0 0,0 0,-1 0,1 0,0-1,-31-15,-108-29,-1036-200,706 186,-4 36,-128 60,66-2,515-34,9-1,0 0,0 1,-21 4,31-5,1 0,-1 0,0 0,0 0,1 1,-1-1,0 0,0 0,1 1,-1-1,0 1,1-1,-1 0,1 1,-1-1,1 1,-1 0,0-1,1 1,0-1,-1 1,1 0,-1-1,1 1,0 0,0 0,-1 0,1 0,1 0,-1 0,0-1,1 1,-1 0,1 0,-1 0,1-1,-1 1,1 0,-1-1,1 1,0-1,-1 1,1-1,0 1,-1-1,1 1,0-1,0 0,0 1,-1-1,1 0,2 1,9 3,0-1,1 0,0-1,-1-1,1 0,0 0,0-1,0-1,18-3,131-18,551-101,284-42,-969 161,-3 0,0 1,45 1,-70 2,1 0,0 0,0 0,0 0,-1 0,1 0,0 0,0 0,-1 0,1 0,0 0,0 1,-1-1,1 0,0 0,-1 1,1-1,0 1,-1-1,1 1,0-1,-1 1,1-1,-1 1,1-1,-1 1,1 1,-1-1,0 0,-1 0,1 0,0 0,-1 0,1 0,-1 1,1-1,-1-1,0 1,0 0,1 0,-1 0,0 0,0 0,-1 1,-11 8,-1 0,1 0,-2-1,-23 11,-70 25,79-33,-134 48,-105 45,240-91,6-3,0 0,0-2,-32 9,48-17,0 1,0-1,-1 0,1-1,0 0,-1 0,1 0,-1-1,1 0,0 0,0 0,-1-1,1 0,0 0,1 0,-1-1,-8-5,-85-66,67 48,-1 1,-2 2,-42-21,-73-19,149 62,8 0,747-17,-589 16,-115 1,402 4,-341 3,0 5,111 27,-193-33,-20-4,0 1,0 0,0 0,-1 1,10 4,-18-7,1 1,0-1,0 1,0-1,0 1,0-1,0 1,0-1,0 1,-1 0,1 0,0-1,-1 1,1 0,0 1,-4 7,-15 2,-93 24,-832 181,723-170,-371 129,262-50,314-120,3 0,0-1,-1 0,1 0,-1-1,0-1,-20 1,31-3,1 0,0 0,-1 0,1-1,0 1,-1 0,1-1,-1 1,1-1,0 1,0-1,-1 0,1 0,0 1,0-1,0 0,0 0,0 0,0 0,0 0,0 0,0 0,1-1,-1 1,0 0,1 0,-1-1,1 1,-1 0,1-1,0 1,-1 0,1-1,0 1,0-1,0 1,0 0,0-1,0 1,1-1,-1-1,2-7,0 0,1 1,0-1,6-15,5-1,0 0,2 0,1 1,1 2,20-23,-5 10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2T03:36:41.979"/>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0 102,'1053'42,"-575"-31,-382-12,-91 1,-6-1,-15-2,-29-4,-691-90,572 75,-1 7,-174 7,293 11,14 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2T03:36:50.340"/>
    </inkml:context>
    <inkml:brush xml:id="br0">
      <inkml:brushProperty name="width" value="0.035" units="cm"/>
      <inkml:brushProperty name="height" value="0.035" units="cm"/>
      <inkml:brushProperty name="color" value="#FFFFFF"/>
    </inkml:brush>
  </inkml:definitions>
  <inkml:trace contextRef="#ctx0" brushRef="#br0">1005 151 24575,'36'21'0,"1"-3"0,0-1 0,1-1 0,59 14 0,-53-16 0,143 53 0,31 11 0,-210-76 0,14 5 0,-1-2 0,24 3 0,-39-7 0,0 0 0,0-1 0,1 0 0,-1 0 0,0-1 0,1 0 0,-1 0 0,0 0 0,0-1 0,0 0 0,0 0 0,5-3 0,5-4 0,-1-1 0,0 0 0,-1-1 0,0 0 0,-1-2 0,13-13 0,-21 20 0,0 0 0,0 0 0,0 0 0,-1-1 0,0 1 0,0-1 0,-1 0 0,0 0 0,0-1 0,-1 1 0,1 0 0,-2-1 0,1 0 0,-1 1 0,0-1 0,-1-11 0,0 15 0,-1-1 0,0 1 0,-1 1 0,1-1 0,0 0 0,-1 0 0,0 0 0,0 1 0,0-1 0,-1 1 0,1 0 0,-1-1 0,1 1 0,-1 0 0,0 1 0,-5-4 0,-5-4 0,-1 1 0,-26-13 0,34 19 0,-28-14 0,0 2 0,-1 1 0,-1 1 0,-53-10 0,67 19 0,0 1 0,-1 0 0,0 2 0,1 0 0,-1 2 0,0 1 0,1 0 0,-40 10 0,-244 104 0,38-12 0,196-82 0,1 4 0,2 2 0,0 3 0,-103 65 0,146-79 0,-88 64 0,102-71 0,0 1 0,0 0 0,1 0 0,1 1 0,0 1 0,-13 21 0,20-28 0,0 0 0,0 0 0,0 1 0,1 0 0,0-1 0,0 1 0,-1 11 0,3-15 0,0 0 0,0 0 0,0 0 0,0 0 0,1 0 0,-1-1 0,1 1 0,0 0 0,-1 0 0,1 0 0,0 0 0,1-1 0,-1 1 0,1-1 0,-1 1 0,1-1 0,0 1 0,-1-1 0,1 0 0,3 3 0,2 0 0,1 0 0,-1 0 0,1-1 0,0 0 0,0 0 0,1-1 0,-1 0 0,1 0 0,0-1 0,10 2 0,16 0 0,43 1 0,-60-4 0,44 1 0,0-2 0,0-3 0,0-3 0,82-19 0,-130 21 0,0 0 0,0-2 0,0 1 0,-1-2 0,16-10 0,59-45 0,-24 14 0,-49 38 0,0-2 0,0 0 0,23-25 0,-34 33 0,0-1 0,0 0 0,-1 1 0,1-2 0,-1 1 0,0 0 0,-1 0 0,1-1 0,-1 0 0,0 1 0,-1-1 0,1 0 0,-1 0 0,-1 0 0,1-11 0,-1 13 0,-1 1 0,0-1 0,0 1 0,0-1 0,0 1 0,0 0 0,-1 0 0,0 0 0,1-1 0,-1 1 0,-1 1 0,1-1 0,0 0 0,0 1 0,-1-1 0,-5-3 0,-4-3 0,0 0 0,-22-10 0,27 15 0,-46-23 0,-1 2 0,-1 2 0,-1 3 0,-1 2 0,0 2 0,-1 3 0,-1 3 0,0 2 0,0 3 0,-88 3 0,114 6 0,0 1 0,0 2 0,-51 17 0,76-21 0,0 0 0,0 1 0,1 0 0,-1 0 0,1 1 0,-1 0 0,2 0 0,-1 0 0,0 1 0,1 0 0,0 1 0,1 0 0,-1-1 0,1 2 0,-4 7 0,-3 8 0,0 1 0,2 1 0,-11 38 0,4-18 0,11-32 0,1 0 0,1 0 0,-4 15 0,8-23 0,-1-1 0,1 1 0,-1-1 0,1 1 0,1 0 0,-1-1 0,1 1 0,0-1 0,0 1 0,0-1 0,0 1 0,1-1 0,3 7 0,-2-5 0,1 0 0,0 0 0,0 0 0,1-1 0,0 1 0,0-1 0,0 0 0,0 0 0,1-1 0,0 0 0,0 0 0,0 0 0,0-1 0,1 0 0,-1 0 0,1 0 0,0-1 0,13 3 0,5-1 0,1-1 0,0-2 0,49-3 0,-47 1 0,-17 0 0,0 0 0,-1-1 0,1 0 0,-1-1 0,0 0 0,1 0 0,-1-1 0,9-6 0,4-3 0,0-1 0,23-18 0,-20 11 0,-1 0 0,29-31 0,-42 37 0,0 1 0,-1-1 0,-1-1 0,0 0 0,11-26 0,-11 18 0,-1 0 0,10-41 0,-17 57 0,0-1 0,-1 1 0,0-1 0,-1 0 0,1 1 0,-2-1 0,1 0 0,-1 1 0,0-1 0,-1 1 0,-4-15 0,4 20 0,0 0 0,-1-1 0,1 2 0,0-1 0,-1 0 0,1 0 0,-1 1 0,0-1 0,0 1 0,0 0 0,0 0 0,-1 0 0,1 0 0,0 1 0,-1-1 0,1 1 0,-1 0 0,-5-1 0,-8-2 0,-1 1 0,-26-1 0,35 3 0,-3 0 0,-1 1 0,1 1 0,-1-1 0,1 2 0,0 0 0,-1 0 0,1 1 0,0 1 0,1 0 0,-16 8 0,11-4 0,1 1 0,0 1 0,0 1 0,1 0 0,1 1 0,-21 21 0,13-10 0,2 1 0,0 1 0,-19 32 0,32-46 0,0 0 0,1 0 0,0 0 0,1 1 0,1-1 0,0 1 0,0 0 0,1 0 0,0 0 0,1 0 0,1 16 0,0-26 0,0-1 0,0 1 0,0-1 0,0 0 0,0 1 0,1-1 0,-1 1 0,0-1 0,1 0 0,-1 1 0,1-1 0,0 0 0,-1 1 0,1-1 0,0 0 0,0 0 0,0 0 0,0 0 0,0 0 0,0 0 0,0 0 0,1 1 0,0-1 0,-1-1 0,1 1 0,-1-1 0,1 0 0,-1 0 0,1 0 0,-1 0 0,1 0 0,-1 0 0,1 0 0,-1 0 0,1 0 0,-1-1 0,1 1 0,-1 0 0,1-1 0,1 0 0,4-3 0,-1 1 0,1-1 0,-1 0 0,0-1 0,0 1 0,0-1 0,7-8 0,1-4 0,-1 0 0,-1-2 0,-1 1 0,12-27 0,31-85 0,-47 112 0,60-167 0,-61 169 0,-5 25 0,-9 28 0,-14 26 0,-46 144 0,67-203 0,0 1 0,-1-1 0,1 1 0,-1-1 0,-1 0 0,1 1 0,-5 5 0,6-9 0,1 0 0,-1 0 0,1-1 0,-1 1 0,0 0 0,0-1 0,1 1 0,-1-1 0,0 1 0,0-1 0,0 1 0,0-1 0,0 1 0,1-1 0,-1 0 0,0 1 0,0-1 0,0 0 0,0 0 0,0 0 0,0 0 0,0 0 0,0 0 0,0 0 0,0 0 0,0 0 0,0-1 0,0 1 0,0 0 0,0 0 0,0-1 0,0 1 0,1-1 0,-1 1 0,0-1 0,0 1 0,0-1 0,1 0 0,-1 1 0,0-1 0,0-1 0,-5-4 0,1-1 0,0 1 0,0-1 0,1 0 0,0-1 0,0 1 0,1-1 0,0 0 0,0 0 0,1 0 0,0 0 0,-1-12 0,0-2 0,1 0 0,1 0 0,3-35 0,5 26 0,0 21 0,-6 10 0,-1 0 0,0 1 0,1-1 0,-1 0 0,1 0 0,-1 0 0,0 1 0,1-1 0,-1 0 0,0 0 0,1 1 0,-1-1 0,0 0 0,1 1 0,-1-1 0,0 0 0,0 1 0,1-1 0,-1 1 0,0-1 0,0 0 0,0 1 0,0-1 0,1 1 0,-1-1 0,0 0 0,0 1 0,0-1 0,0 1 0,3 15 0,0 0 0,0 0 0,-2 0 0,0 32 0,-2-28 0,2 0 0,5 37 0,-2-39 0,-3-10 0,1 1 0,0-1 0,0 0 0,4 9 0,-6-17 0,0 1 0,0-1 0,1 0 0,-1 1 0,0-1 0,0 1 0,0-1 0,1 1 0,-1-1 0,0 0 0,1 1 0,-1-1 0,0 0 0,1 1 0,-1-1 0,0 0 0,1 1 0,-1-1 0,0 0 0,1 0 0,-1 1 0,1-1 0,-1 0 0,1 0 0,-1 0 0,1 0 0,-1 0 0,0 0 0,1 1 0,-1-1 0,1 0 0,0 0 0,0-1 0,0 0 0,0 1 0,0-1 0,-1 1 0,1-1 0,0 0 0,0 0 0,-1 1 0,1-1 0,0 0 0,-1 0 0,1 0 0,0-1 0,14-34 0,4-39 0,4-11 0,-20 75 0,2 0 0,-1 0 0,1 1 0,1-1 0,9-12 0,-12 18 0,-5 5 0,-9 7 0,-17 17 0,-5 11 0,2 2 0,-39 62 0,38-53 0,30-44 0,-15 22 0,-16 32 0,30-50 0,0 0 0,0 0 0,0 0 0,1 1 0,0-1 0,0 1 0,1-1 0,0 1 0,0 0 0,1 0 0,0 9 0,0-15 0,0 0 0,0-1 0,0 1 0,0 0 0,0 0 0,1 0 0,-1-1 0,0 1 0,0 0 0,1 0 0,-1-1 0,1 1 0,-1 0 0,0-1 0,1 1 0,-1 0 0,1-1 0,0 1 0,-1-1 0,1 1 0,-1-1 0,1 1 0,0-1 0,-1 1 0,1-1 0,0 0 0,0 1 0,-1-1 0,1 0 0,0 1 0,0-1 0,0 0 0,-1 0 0,1 0 0,0 0 0,0 0 0,0 0 0,-1 0 0,1 0 0,0 0 0,0 0 0,0-1 0,-1 1 0,1 0 0,0 0 0,0-1 0,-1 1 0,2-1 0,4-2 0,-1 1 0,0-1 0,0-1 0,0 1 0,6-6 0,15-16 0,0-2 0,-3 0 0,0-1 0,27-44 0,58-132 0,-108 203 0,6-11 0,-1 1 0,0-1 0,-1 0 0,5-20 0,-9 29 0,0 1 0,1 0 0,-1-1 0,0 1 0,0 0 0,0-1 0,0 1 0,0 0 0,-1-1 0,1 1 0,-1 0 0,0-1 0,1 1 0,-1 0 0,0 0 0,0 0 0,0 0 0,-1 0 0,1 0 0,0 0 0,-1 0 0,0 0 0,1 1 0,-1-1 0,0 0 0,0 1 0,0 0 0,0-1 0,0 1 0,0 0 0,-2-1 0,-1 0 0,0 1 0,-1 0 0,1 0 0,0 1 0,-1 0 0,1-1 0,0 2 0,-1-1 0,1 1 0,0-1 0,0 1 0,-1 1 0,1-1 0,0 1 0,0 0 0,-9 5 0,-4 2 0,1 1 0,0 1 0,-17 15 0,16-13 0,2 2 0,0 0 0,0 1 0,-25 34 0,37-44 0,0 1 0,0 0 0,0 0 0,1 1 0,0-1 0,1 1 0,-3 11 0,4-14 0,1 0 0,-1-1 0,1 1 0,0 0 0,1 0 0,-1 0 0,1 0 0,0-1 0,0 1 0,0 0 0,1 0 0,0-1 0,2 6 0,-1-5 0,0-1 0,1 0 0,-1 0 0,1-1 0,0 1 0,0-1 0,0 0 0,0 0 0,0 0 0,1 0 0,-1-1 0,1 0 0,0 0 0,0 0 0,0 0 0,6 1 0,2 0 0,0-1 0,0 0 0,0 0 0,0-1 0,16-1 0,-19-2 0,0 0 0,0 0 0,0-1 0,0 0 0,-1 0 0,1-1 0,-1-1 0,0 0 0,0 0 0,0 0 0,-1-1 0,1-1 0,-2 1 0,1-1 0,-1-1 0,0 1 0,0-1 0,-1-1 0,0 1 0,-1-1 0,0 0 0,0 0 0,-1 0 0,5-14 0,-8 20 0,0 1 0,-1-1 0,1 1 0,0-1 0,-1 1 0,0-1 0,0 1 0,0-1 0,0 1 0,0-1 0,0 1 0,-1-1 0,1 1 0,-1-1 0,1 1 0,-1-1 0,0 1 0,0-1 0,0 1 0,-1 0 0,-1-3 0,1 2 0,-1 1 0,0-1 0,0 1 0,0 0 0,0 0 0,0 0 0,-1 0 0,1 1 0,0-1 0,-1 1 0,0 0 0,-6-2 0,-8 0 0,0 1 0,-1 1 0,1 1 0,-31 3 0,35-2 0,0 1 0,1 1 0,-1 0 0,1 1 0,0 0 0,0 1 0,-13 8 0,21-11 0,0 1 0,0 0 0,0 0 0,0 0 0,1 1 0,-1 0 0,1 0 0,0 0 0,0 0 0,1 0 0,-1 1 0,1 0 0,0 0 0,0 0 0,1 0 0,-1 0 0,1 0 0,0 1 0,-1 8 0,2-12 0,1 1 0,0 0 0,-1 0 0,1 0 0,1 0 0,-1 0 0,0 0 0,1 0 0,0-1 0,-1 1 0,1 0 0,0 0 0,0-1 0,1 1 0,-1-1 0,1 1 0,2 4 0,0-4 0,-1 0 0,0 0 0,1 0 0,0 0 0,0 0 0,0-1 0,0 1 0,0-1 0,0 0 0,7 2 0,-3-2 0,1 1 0,-1-2 0,1 1 0,0-1 0,-1 0 0,1-1 0,0 0 0,0 0 0,0-1 0,-1 0 0,14-4 0,-4-1 0,-1-1 0,0-1 0,0 0 0,0-1 0,-1-1 0,-1-1 0,1 0 0,22-23 0,-32 27 0,0 0 0,-1 0 0,0-1 0,0 1 0,-1-1 0,0 0 0,-1-1 0,1 1 0,-1-1 0,2-11 0,-4 16 0,-1 1 0,1-1 0,-1 0 0,0 1 0,0-1 0,0 0 0,0 1 0,-1-1 0,1 1 0,-1-1 0,0 0 0,0 1 0,0-1 0,-1 1 0,1 0 0,-1 0 0,0-1 0,0 1 0,0 0 0,0 0 0,-1 1 0,1-1 0,-1 0 0,1 1 0,-1 0 0,0-1 0,-5-2 0,2 2 0,0-1 0,-1 1 0,0 0 0,0 0 0,0 1 0,0 0 0,0 0 0,-1 1 0,1 0 0,-1 0 0,1 0 0,0 1 0,-1 1 0,1-1 0,-1 1 0,1 0 0,-10 3 0,5 0 0,1 1 0,0-1 0,1 2 0,-1 0 0,1 0 0,0 1 0,1 0 0,0 0 0,0 1 0,-9 11 0,5-7 0,1 1 0,0 1 0,1 0 0,1 0 0,0 1 0,1 0 0,-13 30 0,22-43 0,-1 1 0,1-1 0,0 0 0,0 0 0,0 0 0,0 0 0,0 0 0,0 1 0,1-1 0,-1 0 0,1 0 0,-1 0 0,1 0 0,0 0 0,0 0 0,0 0 0,0 0 0,0 0 0,0-1 0,0 1 0,1 0 0,-1-1 0,1 1 0,-1-1 0,1 1 0,0-1 0,-1 0 0,1 1 0,0-1 0,0 0 0,2 1 0,8 3 0,-1 0 0,0 0 0,1-1 0,15 4 0,3-2 0,1 0 0,0-2 0,1-2 0,-1-1 0,60-5 0,-78 2 0,0-1 0,0 0 0,-1-1 0,0-1 0,0 0 0,0 0 0,0-1 0,-1-1 0,0 0 0,0 0 0,-1-1 0,0 0 0,0-1 0,-1 0 0,0-1 0,-1 0 0,0 0 0,12-22 0,-18 29 0,-1 0 0,1 0 0,-1 0 0,0 0 0,0 0 0,-1 0 0,1 0 0,-1 0 0,1-1 0,-1 1 0,0 0 0,0 0 0,-1-1 0,1 1 0,-2-6 0,1 7 0,0-1 0,-1 1 0,1 0 0,-1-1 0,1 1 0,-1 0 0,0 0 0,0 0 0,0 0 0,0 1 0,0-1 0,0 1 0,0-1 0,-1 1 0,1 0 0,-1-1 0,1 1 0,-1 1 0,-4-2 0,-8-2 0,0 1 0,0 1 0,0 1 0,0 0 0,0 1 0,0 0 0,0 2 0,0-1 0,-18 6 0,3 0 0,1 1 0,0 2 0,-45 21 0,55-21 0,1 0 0,0 1 0,0 1 0,2 1 0,-1 1 0,1 0 0,1 1 0,1 0 0,0 1 0,1 1 0,-13 23 0,24-39 0,1 1 0,0 0 0,0 0 0,-1 0 0,1 0 0,1 0 0,-1 0 0,0 0 0,0 0 0,1 1 0,-1-1 0,1 0 0,0 0 0,0 1 0,-1-1 0,2 0 0,-1 0 0,0 4 0,2-4 0,0 1 0,-1-1 0,1 0 0,0 0 0,0 0 0,0 0 0,0 0 0,1 0 0,-1-1 0,0 1 0,1-1 0,-1 0 0,1 0 0,-1 0 0,5 1 0,37 16 0,0-3 0,62 12 0,103 11 0,-44-10 0,-154-26 0,30 8 0,0-3 0,1-2 0,72 1 0,-110-6 0,1-1 0,-1 0 0,1 0 0,-1 0 0,0 0 0,1 0 0,3-3 0,-7 4 0,-1-1 0,1 1 0,0 0 0,-1-1 0,1 1 0,0 0 0,-1-1 0,1 1 0,-1-1 0,1 1 0,-1-1 0,1 1 0,-1-1 0,1 0 0,-1 1 0,0-1 0,1 0 0,-1 1 0,0-1 0,1 0 0,-1 1 0,0-1 0,0 0 0,0 1 0,0-1 0,1 0 0,-1 0 0,0 1 0,0-1 0,-1 0 0,1 1 0,0-1 0,0 0 0,0 0 0,0 1 0,-1-1 0,1 0 0,0 1 0,0-1 0,-1 0 0,1 1 0,-1-1 0,1 1 0,-1-1 0,1 1 0,0-1 0,-1 1 0,0-1 0,1 1 0,-1-1 0,0 0 0,-3-2 0,0 0 0,-1 0 0,1 0 0,-1 0 0,0 1 0,0 0 0,0 0 0,0 0 0,0 1 0,0-1 0,-9 0 0,0 0 0,0 1 0,0 0 0,-18 2 0,20 1 0,1 0 0,0 1 0,0 0 0,1 0 0,-1 1 0,1 1 0,-1 0 0,1 0 0,1 1 0,-1 0 0,1 1 0,-15 13 0,1 3 0,0 0 0,2 1 0,-22 34 0,13-15 0,-25 53 0,54-95 0,0 0 0,1 0 0,-1 0 0,0 0 0,1 0 0,-1 0 0,1 0 0,0 0 0,-1 0 0,1 0 0,0 0 0,0 0 0,-1 0 0,1 0 0,0 0 0,0 0 0,0 0 0,0 0 0,1 0 0,-1 0 0,0 1 0,0-1 0,1 0 0,-1 0 0,0 0 0,1 0 0,-1 0 0,1 0 0,-1 0 0,1-1 0,0 1 0,-1 0 0,1 0 0,0 0 0,0-1 0,0 1 0,-1 0 0,1-1 0,0 1 0,0 0 0,0-1 0,0 1 0,0-1 0,0 0 0,0 1 0,0-1 0,0 0 0,2 1 0,2-1 0,-1 1 0,0-1 0,1 0 0,-1 0 0,0 0 0,1 0 0,-1-1 0,0 0 0,0 0 0,1 0 0,5-3 0,-2-1-136,0 0-1,0-1 1,-1 0-1,0 0 1,0-1-1,-1 0 1,0 0-1,0 0 0,8-14 1,4-7-6690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2T03:37:41.38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99,'23'-11,"1"2,1 1,45-9,-36 9,11-1,0 1,67-1,92 9,-97 2,564-2,-470-14,-148 8,-48 6,0-1,0 1,0 0,1 0,-1 1,0-1,0 1,0 0,5 2,-8-2,0 0,-1 0,1 0,0 0,-1 0,1 0,-1 1,1-1,-1 0,0 1,0-1,1 1,-1 0,0-1,0 1,-1 0,1 0,0-1,-1 1,1 0,-1 0,1 0,-1 0,0 0,0 0,0 0,0 2,0 4,-1 1,-1-1,1 1,-1-1,0 0,-7 14,-26 50,17-38,-4 12,-3-2,-1-1,-39 49,55-80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2T03:37:42.30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976 13,'-430'13,"-34"0,444-12,15 0,0-1,0 0,-1 0,1 0,0-1,0 0,0 1,-1-2,-4-1,10 3,0 0,-1 0,1 0,0-1,0 1,-1 0,1 0,0-1,0 1,-1 0,1-1,0 1,0 0,0 0,-1-1,1 1,0 0,0-1,0 1,0 0,0-1,0 1,0 0,0-1,0 1,0-1,0 1,0 0,0-1,0 1,0 0,0-1,0 1,0 0,0-1,1 1,-1 0,0 0,0-1,0 1,1 0,-1-1,0 1,0 0,1-1,11-10,2 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2T03:37:42.66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2T03:37:43.01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2T03:37:43.40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2T03:37:43.7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0,'769'15,"-540"-5,-201-9</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2T03:37:44.11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2T03:37:44.45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2T03:37:45.15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15190 19949,'-138'38,"-30"11,-63 21,-655 230,532-157,-214 79,532-210,-37 6,62-16,42-9,167-44,-6-16,113-37,348-96,8 27,-523 145,-135 27,0 1,0-1,0 1,-1-1,1 0,0 0,0 0,-1 0,1-1,0 1,-1-1,4-3,-6 5,1 0,-1-1,0 1,0-1,0 1,1-1,-1 1,0-1,0 1,0-1,0 1,0-1,0 1,0-1,0 1,0-1,0 1,0-1,-1 1,1-1,0 1,0-1,0 1,-1-1,1 1,0-1,-1 0,-1-1,0-1,-1 1,1 0,-1-1,1 1,-1 0,-3-1,-135-70,54 30,-127-67,-84-41,-108-40,-134-48,-146-48,-134-52,-108-60,-98-66,-65-62,-42-73,-38-101,-590-557,1291 864,-642-693,775 700,17-15,-336-554,410 537,19-10,-257-682,77-228,158 26,141 57,148-41,125 50,73 165,-101 620,26 53,-98 280,5 3,6 3,131-162,244-201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2T03:38:49.495"/>
    </inkml:context>
    <inkml:brush xml:id="br0">
      <inkml:brushProperty name="width" value="0.35" units="cm"/>
      <inkml:brushProperty name="height" value="0.35" units="cm"/>
      <inkml:brushProperty name="color" value="#FFFFFF"/>
    </inkml:brush>
  </inkml:definitions>
  <inkml:trace contextRef="#ctx0" brushRef="#br0">1485 485 24575,'-16'-1'0,"1"-1"0,-1 0 0,-18-6 0,-3 0 0,-181-48 0,73 16 0,106 30 0,1-2 0,1-1 0,0-2 0,1-2 0,-45-28 0,78 44 0,0-1 0,0 0 0,0 0 0,0-1 0,1 1 0,-1 0 0,1-1 0,-1 1 0,1-1 0,0 0 0,0 0 0,0 0 0,1 0 0,-1 0 0,1 0 0,-1-1 0,1 1 0,0-4 0,0 4 0,1 0 0,0 0 0,0 0 0,1 0 0,-1 0 0,1 0 0,-1 0 0,1 0 0,0 0 0,0 1 0,0-1 0,1 0 0,-1 0 0,1 1 0,-1-1 0,1 1 0,0-1 0,0 1 0,0 0 0,0 0 0,3-3 0,3-1 0,1-1 0,-1 1 0,1 0 0,0 1 0,0 0 0,1 1 0,-1 0 0,1 0 0,0 1 0,0 0 0,18-2 0,5 1 0,0 2 0,46 4 0,32-2 0,-52-10 0,-50 7 0,1 1 0,0 0 0,-1 1 0,1 0 0,0 0 0,0 1 0,0 1 0,-1-1 0,12 3 0,-7 2 0,0-2 0,1 0 0,-1-1 0,1 0 0,-1-1 0,1-1 0,0 0 0,-1-1 0,1-1 0,-1 0 0,1-1 0,24-8 0,-21 4 0,0 2 0,1 0 0,-1 1 0,23-3 0,76 1 0,11-2 0,7-4 0,204 8 0,-180 5 0,95-1 0,-248 0 0,0 0 0,0 1 0,0-1 0,0 1 0,-1 0 0,1 1 0,0 0 0,0-1 0,-1 2 0,1-1 0,-1 1 0,0 0 0,1 0 0,-1 0 0,-1 1 0,1-1 0,0 1 0,-1 0 0,0 1 0,0-1 0,0 1 0,-1 0 0,1 0 0,-1 0 0,0 0 0,-1 1 0,1-1 0,-1 1 0,0-1 0,2 11 0,-1 0 0,0 0 0,-1 0 0,-1 1 0,-1-1 0,0 0 0,-1 1 0,0-1 0,-2 0 0,0 0 0,-5 18 0,-3-4 0,-2-1 0,0 0 0,-2-1 0,-1-1 0,-1 0 0,-31 37 0,36-51 0,-1-1 0,0 0 0,-17 13 0,-25 23 0,49-42 0,0 0 0,0-1 0,-1 1 0,1-1 0,-1-1 0,0 1 0,0-1 0,-1-1 0,1 1 0,-1-1 0,0 0 0,0-1 0,0 0 0,0 0 0,0-1 0,-10 1 0,18-2 0,-1 0 0,0 0 0,0 0 0,0 0 0,0 0 0,0 0 0,0 0 0,0 0 0,0 0 0,0 0 0,0 0 0,0 0 0,0-1 0,0 1 0,0 0 0,0-1 0,1 1 0,-1-1 0,0 1 0,-1-2 0,2 1 0,0 1 0,-1-1 0,1 1 0,0-1 0,0 0 0,0 1 0,0-1 0,0 1 0,1-1 0,-1 0 0,0 1 0,0-1 0,0 1 0,0-1 0,1 1 0,-1-1 0,0 1 0,1-1 0,-1 1 0,0-1 0,1 1 0,-1-1 0,1 0 0,3-3 0,1-1 0,-1 1 0,1 0 0,0 0 0,5-3 0,7-3 0,1 1 0,0 1 0,0 0 0,0 2 0,27-7 0,-32 11 0,0 0 0,0 0 0,0 1 0,0 1 0,0 0 0,0 1 0,0 1 0,-1 0 0,17 4 0,70 25 0,-53-15 0,0-2 0,1-2 0,76 9 0,-120-21 0,5 0 0,0 1 0,0 0 0,0 1 0,10 2 0,-16-3 0,-1-1 0,0 1 0,1-1 0,-1 1 0,0-1 0,1 1 0,-1 0 0,0 0 0,0-1 0,0 1 0,0 0 0,0 0 0,0 0 0,0 0 0,0 0 0,0 0 0,-1 1 0,1-1 0,0 0 0,-1 0 0,1 1 0,-1-1 0,1 0 0,-1 1 0,1-1 0,-1 0 0,0 1 0,0-1 0,0 0 0,0 1 0,0-1 0,0 3 0,-3 4 0,0-9 0,0-13 0,3 13 0,0 1 0,0 0 0,0 0 0,0 0 0,0 0 0,0 0 0,0 0 0,0 0 0,-1-1 0,1 1 0,0 0 0,0 0 0,0 0 0,0 0 0,0 0 0,0 0 0,0 0 0,0 0 0,0-1 0,0 1 0,-1 0 0,1 0 0,0 0 0,0 0 0,0 0 0,0 0 0,0 0 0,0 0 0,-1 0 0,1 0 0,0 0 0,0 0 0,0 0 0,0 0 0,0 0 0,0 0 0,-1 0 0,1 0 0,0 0 0,0 0 0,0 0 0,0 0 0,0 0 0,0 0 0,-1 0 0,1 1 0,0-1 0,0 0 0,0 0 0,0 0 0,0 0 0,0 0 0,0 0 0,0 0 0,0 0 0,-1 0 0,1 1 0,0-1 0,0 0 0,0 0 0,0 0 0,0 0 0,-16 11 0,-15 17 0,-148 156 0,169-173 0,0 0 0,-1-1 0,0 0 0,-1-1 0,0 0 0,0 0 0,-1-1 0,0-1 0,0 0 0,-1-1 0,0-1 0,0 0 0,0-1 0,-1 0 0,0-1 0,1-1 0,-22 1 0,18-2 0,-1-1 0,1 0 0,0-2 0,-1 0 0,1-1 0,0-1 0,0 0 0,0-2 0,1 0 0,-31-16 0,35 15 0,1 0 0,0-1 0,1-1 0,0 0 0,0-1 0,1 0 0,0 0 0,0-1 0,2-1 0,-14-21 0,12 17 0,1 0 0,1 0 0,1-1 0,1 0 0,0-1 0,1 1 0,-5-31 0,9 37 0,0 0 0,1 0 0,0 1 0,1-1 0,0 0 0,1 0 0,0 1 0,0-1 0,1 1 0,1 0 0,0 0 0,0 0 0,1 0 0,8-11 0,-12 19 0,0 0 0,0 0 0,1 1 0,-1-1 0,-1 0 0,1 0 0,0 0 0,0 0 0,-1 0 0,1 0 0,-1 0 0,1 0 0,-1 0 0,0 0 0,0 0 0,0 0 0,0 0 0,0 0 0,-1-4 0,-1 3 0,1 1 0,0 0 0,-1-1 0,0 1 0,1 0 0,-1 0 0,0 0 0,0 0 0,0 1 0,-1-1 0,1 0 0,0 1 0,-1 0 0,1-1 0,-3 0 0,-27-11 0,0 1 0,0 2 0,-56-10 0,25 6 0,-416-77 0,91 21 0,350 62 0,-55-5 0,75 12 0,0 1 0,0 1 0,0 0 0,0 1 0,-24 7 0,-99 17 0,90-18 0,-71 19 0,75-16 0,36-9 0,1 0 0,0 1 0,-1 0 0,1 0 0,0 1 0,-17 9 0,11-3 0,0-2 0,-1 0 0,0-1 0,-33 9 0,-2 2 0,-96 50 0,91-40 0,45-23 0,1 1 0,0 1 0,-1-1 0,2 2 0,-1 0 0,1 0 0,1 0 0,-13 14 0,22-21 0,-1 0 0,1-1 0,-1 1 0,1-1 0,0 1 0,-1 0 0,1-1 0,0 1 0,0 0 0,-1-1 0,1 1 0,0 0 0,0-1 0,0 1 0,0 0 0,0 0 0,0-1 0,0 1 0,0 0 0,0-1 0,0 1 0,1 0 0,-1-1 0,0 1 0,0 0 0,0-1 0,1 1 0,-1 0 0,1-1 0,-1 1 0,0-1 0,1 1 0,-1 0 0,1-1 0,-1 1 0,1-1 0,-1 0 0,1 1 0,0-1 0,-1 1 0,1-1 0,-1 0 0,1 1 0,0-1 0,-1 0 0,2 1 0,4 1 0,0 0 0,1-1 0,-1 1 0,8 0 0,-13-2 0,27 3 0,-1-2 0,1-1 0,40-4 0,85-19 0,-95 13 0,396-46 0,-320 49 0,188 14 0,27 13 0,-312-15 0,54 14 0,-57-10 0,64 7 0,45-16 0,0 1 0,-124 4 0,-18-5 0,-1 1 0,0-1 0,1 0 0,-1 0 0,0 1 0,1-1 0,-1 0 0,0 1 0,1-1 0,-1 0 0,0 1 0,0-1 0,1 0 0,-1 1 0,0-1 0,0 1 0,0-1 0,0 0 0,0 1 0,1-1 0,-1 1 0,0-1 0,0 1 0,0 0 0,-1 1 0,0-1 0,0 1 0,0-1 0,0 1 0,0-1 0,0 1 0,-1-1 0,1 0 0,0 1 0,-1-1 0,1 0 0,-1 0 0,0 0 0,1 0 0,-1 0 0,0-1 0,1 1 0,-1 0 0,0-1 0,-2 1 0,-28 9 0,0-2 0,-53 7 0,-77 0 0,137-13 0,-625 10 0,612-13 0,14 0 0,1-2 0,-25-5 0,23 3 0,-44-3 0,-229 8 0,139 1 0,136 0 0,-1 2 0,0 1 0,1 0 0,0 2 0,-29 11 0,17-6 0,26-9 0,0 1 0,0 1 0,1-1 0,-1 1 0,1 1 0,0 0 0,0 0 0,0 1 0,1-1 0,0 2 0,-10 10 0,13-14 0,1 1 0,-1-1 0,-1 0 0,1 0 0,0 0 0,-1 0 0,1-1 0,-1 0 0,0 0 0,-8 3 0,-20 9 0,30-13 0,1 0 0,0 1 0,0-1 0,0 1 0,0 0 0,0 0 0,0 0 0,1 0 0,-1 0 0,1 0 0,-1 0 0,1 0 0,0 1 0,0-1 0,-2 4 0,2 0 0,0-1 0,0 0 0,0 0 0,0 1 0,1-1 0,0 1 0,0 7 0,1-7 0,0 1 0,0 0 0,0-1 0,1 1 0,0-1 0,0 1 0,1-1 0,0 0 0,0 0 0,0 0 0,1 0 0,6 8 0,-6-11 0,-1 0 0,1-1 0,0 1 0,0-1 0,0 1 0,1-1 0,-1 0 0,0-1 0,1 1 0,0-1 0,-1 0 0,1 0 0,7 0 0,7 0 0,0 0 0,21-4 0,-14 1 0,-18 1 0,0 0 0,0-1 0,0-1 0,0 1 0,0-1 0,-1-1 0,1 1 0,-1-1 0,0 0 0,9-7 0,-8 5 0,0 1 0,0 0 0,1 0 0,0 1 0,0 0 0,0 0 0,16-3 0,3 4 0,0 2 0,38 2 0,-30 0 0,-33-1 0,1 0 0,0 0 0,1 0 0,-1 1 0,0-1 0,8 3 0,-11-3 0,-1 1 0,1-1 0,0 0 0,-1 1 0,1-1 0,0 1 0,-1-1 0,1 0 0,0 1 0,-1-1 0,1 1 0,-1 0 0,1-1 0,-1 1 0,1-1 0,-1 1 0,0 0 0,1-1 0,-1 1 0,0 0 0,1 0 0,-1-1 0,0 1 0,0 0 0,0 0 0,0-1 0,0 1 0,0 0 0,0 0 0,0-1 0,0 1 0,0 0 0,0 0 0,0 0 0,0-1 0,-1 1 0,1 0 0,0-1 0,-1 1 0,1 1 0,-4 5 0,0-1 0,0 1 0,0 0 0,-1-1 0,0 0 0,0 0 0,0-1 0,-1 1 0,0-1 0,0 0 0,-9 5 0,-2 1 0,0-1 0,-1-1 0,-24 9 0,24-12 0,0-1 0,-1 0 0,1-2 0,-35 4 0,-76-8 0,91 0 0,30 1 0,1 0 0,-1-1 0,1 0 0,-11-2 0,17 3 0,1 0 0,0 0 0,0 0 0,-1 0 0,1 0 0,0 0 0,0 0 0,0-1 0,-1 1 0,1 0 0,0 0 0,0 0 0,-1 0 0,1 0 0,0 0 0,0 0 0,0-1 0,-1 1 0,1 0 0,0 0 0,0 0 0,0 0 0,0-1 0,0 1 0,-1 0 0,1 0 0,0 0 0,0-1 0,0 1 0,0 0 0,0 0 0,0 0 0,0-1 0,0 1 0,0 0 0,0 0 0,0-1 0,0 1 0,0 0 0,0 0 0,0-1 0,0 1 0,0 0 0,0 0 0,0-1 0,12-7 0,18-2 0,22-2 0,234-65 0,-230 56 0,222-75 0,-231 83 0,1 3 0,0 2 0,81-3 0,-42 9 0,-44 2 0,78-10 0,-36 0 0,1 4 0,107 6 0,-90 1 0,-62 1 0,1 3 0,73 16 0,-53-8 0,-9-6 0,0-2 0,101-4 0,-82-2 0,33 0 0,24-1 0,161 18 0,-203-8 0,113-5 0,-128-4 0,-68 1 0,0 0 0,0 0 0,1 1 0,-1-1 0,0 1 0,0 0 0,1 0 0,-1 0 0,6 4 0,-8-4 0,0 0 0,0 1 0,0-1 0,0 1 0,-1-1 0,1 1 0,-1 0 0,1 0 0,-1 0 0,0 0 0,1 0 0,-1 0 0,0 0 0,0 0 0,-1 1 0,1-1 0,0 0 0,-1 0 0,1 4 0,0-1 0,0 0 0,-1 1 0,1-1 0,-1 0 0,0 0 0,-1 1 0,1-1 0,-1 0 0,0 0 0,-1 0 0,1 0 0,-1 0 0,0 0 0,0 0 0,0 0 0,-1-1 0,0 1 0,0-1 0,0 0 0,0 0 0,-1 0 0,-4 5 0,-8 7 0,-1 0 0,-1-1 0,1-1 0,-2-1 0,0-1 0,-1 0 0,0-2 0,-1 0 0,0-1 0,0-1 0,-1-1 0,-29 5 0,10-5 0,0-2 0,0-1 0,0-3 0,-65-5 0,89 1 0,-1-1 0,1 0 0,0-1 0,1-1 0,-32-15 0,-73-51 0,99 58 0,-1-1 0,10 6 0,0 1 0,-1 0 0,0 0 0,0 1 0,0 1 0,-28-7 0,-110-15 0,83 17 0,47 6 0,0 2 0,0 0 0,0 1 0,-1 2 0,-23 1 0,-124 30 0,132-23 0,-66 11 0,52-11 0,0 2 0,-67 23 0,104-28 0,-2-1 0,-25 3 0,27-4 0,-1 0 0,1 0 0,-20 8 0,-24 9 0,-20 9 0,43-13 0,-1-1 0,0-1 0,-1-3 0,-1-1 0,-59 8 0,-63 11 0,102-17 0,6-5 0,-1-3 0,-1-2 0,-55-4 0,15 0 0,141 2 0,-1-2 0,65-11 0,110-39 0,-30 7 0,-88 29 0,-65 11 0,-1-1 0,64-19 0,-61 10 0,1 3 0,1 0 0,0 3 0,1 2 0,81-5 0,-107 12 0,0-1 0,-1-1 0,1-1 0,-1 0 0,23-8 0,69-33 0,-5 1 0,-86 38 0,0 0 0,0 2 0,0-1 0,30 0 0,26 3 0,-47 2 0,0-1 0,0-1 0,-1-1 0,1-1 0,46-13 0,75-27 0,-118 36 0,-7 2 0,1-1 0,38-16 0,-41 15 0,-11 5 0,-1-1 0,1-1 0,0 1 0,8-7 0,-15 10 0,0-1 0,0 1 0,0-1 0,0 0 0,0 0 0,0 0 0,-1 0 0,1 1 0,0-1 0,0 0 0,-1 0 0,1 0 0,0-1 0,-1 1 0,1 0 0,-1 0 0,0 0 0,1 0 0,-1 0 0,0-1 0,0 1 0,1 0 0,-1 0 0,0 0 0,0-1 0,0 1 0,-1 0 0,1 0 0,0 0 0,0-1 0,-1 1 0,1 0 0,-1 0 0,0-2 0,-3-4 0,-1 1 0,1 0 0,-1 0 0,-1 0 0,1 0 0,-1 1 0,0 0 0,0 0 0,-1 1 0,1-1 0,-1 1 0,0 1 0,0-1 0,-11-3 0,-1 1 0,0 0 0,-1 2 0,0 0 0,-29-2 0,-193 4 0,113 5 0,126-3 7,-1-1-105,-1 1 0,1 0 0,0 0 0,0 1 0,0-1 0,-1 1 0,1 0 0,0 0 0,0 0 0,0 0 0,0 1 0,0 0 0,-6 3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2T03:38:52.406"/>
    </inkml:context>
    <inkml:brush xml:id="br0">
      <inkml:brushProperty name="width" value="0.35" units="cm"/>
      <inkml:brushProperty name="height" value="0.35" units="cm"/>
      <inkml:brushProperty name="color" value="#FFFFFF"/>
    </inkml:brush>
  </inkml:definitions>
  <inkml:trace contextRef="#ctx0" brushRef="#br0">540 808 24575,'-37'-2'0,"1"-1"0,-1-2 0,-67-18 0,64 15 0,-1 2 0,0 2 0,0 2 0,-42 3 0,58 0 0,20-1 0,-23-1 0,27 1 0,-1 0 0,1 0 0,0 0 0,0 0 0,0-1 0,0 1 0,-1 0 0,1-1 0,0 1 0,0-1 0,0 1 0,0-1 0,0 0 0,0 1 0,0-1 0,0 0 0,-1-1 0,2 2 0,0-1 0,0 1 0,0 0 0,0 0 0,0-1 0,0 1 0,0 0 0,0 0 0,0 0 0,0-1 0,0 1 0,0 0 0,0 0 0,0-1 0,1 1 0,-1 0 0,0 0 0,0 0 0,0-1 0,0 1 0,1 0 0,-1 0 0,0 0 0,0 0 0,0 0 0,1-1 0,-1 1 0,0 0 0,0 0 0,0 0 0,1 0 0,-1 0 0,0 0 0,0 0 0,1 0 0,14-6 0,1 0 0,0 2 0,0 0 0,0 0 0,18 0 0,8-3 0,75-14 0,1 5 0,131-1 0,-221 15 0,-1-1 0,0-2 0,-1 0 0,50-18 0,-49 14 0,1 1 0,0 1 0,1 2 0,30-3 0,-3 7 0,-26 1 0,0-1 0,32-6 0,-4 0 0,88-2 0,9 0 0,-50 0 0,54-7 0,-133 11 0,-1-1 0,1 0 0,-1-2 0,26-12 0,14-10 0,87-53 0,-99 56 0,-39 21 0,0-1 0,16-11 0,-27 16 0,-1 0 0,1 0 0,-1-1 0,0 1 0,0-1 0,0 1 0,-1-1 0,1 0 0,0 0 0,-1 1 0,0-1 0,0 0 0,0 0 0,0 0 0,0-1 0,0 1 0,-1 0 0,0 0 0,1 0 0,-1 0 0,-1-1 0,1 1 0,0 0 0,-1 0 0,1 0 0,-2-3 0,-1-5 0,0 1 0,-1-1 0,0 1 0,0 0 0,-1 0 0,-9-12 0,8 15 0,1 0 0,-1 0 0,-1 1 0,1 0 0,-1 0 0,0 0 0,-1 1 0,1 0 0,-1 0 0,0 1 0,0 0 0,-1 1 0,1 0 0,-1 0 0,-16-3 0,-9 0 0,-1 2 0,-62 1 0,64 3 0,-116 0 0,57 2 0,0-4 0,-93-15 0,40-8-1365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2T03:38:54.381"/>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2T03:38:57.072"/>
    </inkml:context>
    <inkml:brush xml:id="br0">
      <inkml:brushProperty name="width" value="0.35" units="cm"/>
      <inkml:brushProperty name="height" value="0.35" units="cm"/>
      <inkml:brushProperty name="color" value="#FFFFFF"/>
    </inkml:brush>
  </inkml:definitions>
  <inkml:trace contextRef="#ctx0" brushRef="#br0">2542 232 24575,'2'-2'0,"1"0"0,-1 1 0,1-1 0,0 0 0,0 1 0,0-1 0,0 1 0,0 0 0,0 0 0,6-1 0,35-3 0,-32 4 0,30-1 0,-32 3 0,0-1 0,-1 0 0,1-1 0,0 0 0,-1-1 0,1 0 0,-1-1 0,1 1 0,-1-2 0,10-4 0,-18 8 0,0-1 0,0 1 0,0-1 0,0 0 0,0 1 0,0-1 0,0 0 0,-1 0 0,1 1 0,0-1 0,0 0 0,-1 0 0,1 0 0,0 0 0,-1 0 0,1 0 0,-1 0 0,1 0 0,-1 0 0,1-2 0,-2 2 0,1 0 0,0 1 0,0-1 0,-1 0 0,1 0 0,0 0 0,-1 1 0,1-1 0,-1 0 0,1 1 0,-1-1 0,1 1 0,-1-1 0,0 0 0,1 1 0,-1-1 0,0 1 0,1-1 0,-1 1 0,0 0 0,-1-1 0,-5-2 0,0 0 0,-1 1 0,0 0 0,-13-2 0,-65-5 0,-104 4 0,-5 0 0,-351-10 0,517 13 0,-1-1 0,2-2 0,-1-1 0,0-1 0,-46-19 0,41 14 0,0 1 0,-1 2 0,-45-7 0,-290 10 0,215 9 0,-546-4 0,670 2-682,-35 3-1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2T03:39:02.545"/>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2T03:46:22.77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2T03:46:23.15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2T03:50:20.06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2T03:50:23.85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2T03:50:24.23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2T03:50:29.94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2T03:50:32.61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2T03:57:00.967"/>
    </inkml:context>
    <inkml:brush xml:id="br0">
      <inkml:brushProperty name="width" value="0.025" units="cm"/>
      <inkml:brushProperty name="height" value="0.025" units="cm"/>
      <inkml:brushProperty name="color" value="#333333"/>
    </inkml:brush>
  </inkml:definitions>
  <inkml:trace contextRef="#ctx0" brushRef="#br0">329 7 24575,'-91'2'0,"-95"-4"0,139-4-1365,42 6-5461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2T03:57:07.878"/>
    </inkml:context>
    <inkml:brush xml:id="br0">
      <inkml:brushProperty name="width" value="0.025" units="cm"/>
      <inkml:brushProperty name="height" value="0.025" units="cm"/>
      <inkml:brushProperty name="color" value="#333333"/>
    </inkml:brush>
  </inkml:definitions>
  <inkml:trace contextRef="#ctx0" brushRef="#br0">337 150 24575,'-8'-1'0,"0"0"0,-1-1 0,1 0 0,0-1 0,0 1 0,-8-5 0,-7-2 0,-10-9 0,27 15 0,1-1 0,-1 1 0,0 0 0,-9-3 0,-43-18 0,25 10 0,16 7 0,8 3 0,0 0 0,0 1 0,-1 0 0,-10-2 0,19 5 0,0 0 0,1 0 0,-1 0 0,0 1 0,1-1 0,-1 0 0,1 1 0,-1-1 0,1 0 0,-1 1 0,1-1 0,-1 1 0,1-1 0,-1 0 0,1 1 0,-1-1 0,1 1 0,0 0 0,-1-1 0,1 1 0,0-1 0,0 1 0,-1 0 0,1-1 0,0 1 0,0-1 0,0 1 0,0 0 0,0-1 0,-1 1 0,1 0 0,1-1 0,-1 1 0,0 1 0,0 30 0,1-25 0,-1 0 0,1-1 0,-1 0 0,1 0 0,1 0 0,-1 0 0,1 0 0,0 0 0,1-1 0,-1 1 0,5 7 0,-4-52 0,1 5 0,-4 33 0,1-1 0,-1 1 0,0 0 0,0-1 0,1 1 0,-1 0 0,1 0 0,-1-1 0,1 1 0,0 0 0,-1 0 0,1 0 0,0 0 0,0 0 0,0 0 0,0 0 0,-1 0 0,1 0 0,1 0 0,-1 0 0,0 1 0,1-2 0,-1 2 0,-1 0 0,0 0 0,1 0 0,-1 0 0,1 1 0,-1-1 0,1 0 0,-1 0 0,1 0 0,-1 0 0,0 1 0,1-1 0,-1 0 0,1 0 0,-1 1 0,0-1 0,1 0 0,-1 0 0,0 1 0,1-1 0,-1 1 0,0-1 0,0 0 0,1 1 0,-1-1 0,0 1 0,0-1 0,0 0 0,0 1 0,1 0 0,1 18 0,-2-18 0,0-1 0,-1 1 0,1 0 0,0 0 0,0 0 0,0 0 0,-1 0 0,1 0 0,0-1 0,-1 1 0,1 0 0,-1 0 0,1 0 0,-2 1 0,2-2 0,-1 0 0,1 0 0,0 0 0,-1 0 0,1 0 0,-1 0 0,1 0 0,0 0 0,-1 0 0,1 0 0,-1 0 0,1 0 0,0 0 0,-1 0 0,1 0 0,0 0 0,-1 0 0,1 0 0,0-1 0,-1 1 0,1 0 0,0 0 0,-1 0 0,1-1 0,0 1 0,-1 0 0,1 0 0,0-1 0,0 1 0,-1 0 0,1-1 0,0 1 0,0 0 0,0-1 0,-1 1 0,1-1 0,0 0 0,-1 1 0,1-1 0,-1 1 0,1-1 0,0 1 0,-1-1 0,1 1 0,0-1 0,0 0 0,-1 1 0,1-1 0,0 1 0,0-1 0,0 0 0,0 1 0,0-1 0,0 0 0,0 1 0,0-1 0,0 0 0,0 1 0,0-1 0,0 0 0,0 1 0,1-1 0,-1 1 0,0-2 0,1 1 0,0 0 0,0 1 0,0-1 0,0 0 0,0 0 0,0 0 0,0 1 0,0-1 0,0 1 0,0-1 0,0 1 0,1-1 0,0 0 0,2 0 0,-1 0 0,1 1 0,0-1 0,-1 1 0,1 0 0,0 0 0,-1 0 0,8 1 0,-8 0 0,1 0 0,-1 0 0,0 0 0,-1 0 0,1 1 0,0-1 0,0 1 0,0 0 0,-1 0 0,1 0 0,-1 0 0,3 4 0,-5-6 0,0 1 0,0-1 0,0 0 0,-1 1 0,1-1 0,0 1 0,0-1 0,-1 0 0,1 1 0,0-1 0,-1 0 0,1 1 0,0-1 0,-1 0 0,1 1 0,-1-1 0,1 0 0,0 0 0,-1 0 0,1 1 0,-1-1 0,1 0 0,-1 0 0,1 0 0,0 0 0,-1 0 0,1 0 0,-1 0 0,1 0 0,-1 0 0,1 0 0,-1 0 0,0 0 0,-18 0 0,-56-5 0,81 5 0,-1 1 0,0 0 0,0 0 0,0 0 0,0 1 0,9 4 0,-8-4 0,-1 0 0,1 0 0,-1 0 0,1-1 0,-1 0 0,10 1 0,-3-1 0,-6-1 0,1 0 0,0 0 0,0 0 0,0-1 0,0 0 0,12-4 0,-43 0 0,-90 4 0,112 3 0,6 3 0,12 8 0,-10-8 0,-6-4 0,1 0 0,0 0 0,-1 0 0,1 0 0,-1 0 0,1 0 0,-1 0 0,0 0 0,1 0 0,-1 0 0,0 0 0,0 0 0,0 0 0,0 1 0,0-1 0,0 0 0,0 0 0,0 0 0,0 0 0,0 0 0,-1 0 0,1 0 0,0 0 0,-1 1 0,1-1 0,-1 0 0,1 0 0,-1 0 0,0 1 0,0-2 0,1 1 0,-1 0 0,0-1 0,1 1 0,-1 0 0,1-1 0,-1 1 0,0-1 0,0 1 0,1-1 0,-1 1 0,0-1 0,0 1 0,0-1 0,1 0 0,-1 1 0,0-1 0,0 0 0,0 0 0,0 0 0,0 0 0,0 0 0,1 0 0,-1 0 0,0 0 0,0 0 0,0 0 0,0 0 0,0 0 0,0-1 0,1 1 0,-1 0 0,0-1 0,0 1 0,0 0 0,1-1 0,-2 0 0,-1-2 0,1 1 0,-1-1 0,1 1 0,-1-1 0,1 0 0,0 0 0,0-1 0,1 1 0,-1 0 0,1 0 0,-1-1 0,1 1 0,0-1 0,0 1 0,1-1 0,-2-6 0,1-6 0,1 0 0,3-25 0,-2 25 0,-1 16 8,0-1-1,0 1 1,0-1-1,0 1 0,0-1 1,0 1-1,0-1 1,0 1-1,0-1 0,0 1 1,1-1-1,-1 1 1,0-1-1,0 1 1,1-1-1,-1 1 0,0-1 1,0 1-1,1 0 1,-1-1-1,1 1 0,-1-1 1,8 5 163,6 16-1878,-12-14-5119</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2T03:57:11.393"/>
    </inkml:context>
    <inkml:brush xml:id="br0">
      <inkml:brushProperty name="width" value="0.025" units="cm"/>
      <inkml:brushProperty name="height" value="0.025" units="cm"/>
      <inkml:brushProperty name="color" value="#333333"/>
    </inkml:brush>
  </inkml:definitions>
  <inkml:trace contextRef="#ctx0" brushRef="#br0">0 0 24575,'0'0'-8191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2T04:03:41.58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2T04:03:44.50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2T04:03:49.09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2T04:04:41.39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2T04:04:44.68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6222C-4446-615A-07B7-550C71390F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9CE569-A0E6-01E9-EABD-10BBD9CD78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868695-DB2C-3995-7136-C4DE56973C8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68E25F9-D839-77C6-D2A5-A2A289604C70}"/>
              </a:ext>
            </a:extLst>
          </p:cNvPr>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3307406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17</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dirty="0"/>
          </a:p>
        </p:txBody>
      </p:sp>
    </p:spTree>
    <p:extLst>
      <p:ext uri="{BB962C8B-B14F-4D97-AF65-F5344CB8AC3E}">
        <p14:creationId xmlns:p14="http://schemas.microsoft.com/office/powerpoint/2010/main" val="27174021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21</a:t>
            </a:fld>
            <a:endParaRPr lang="en-US" dirty="0"/>
          </a:p>
        </p:txBody>
      </p:sp>
    </p:spTree>
    <p:extLst>
      <p:ext uri="{BB962C8B-B14F-4D97-AF65-F5344CB8AC3E}">
        <p14:creationId xmlns:p14="http://schemas.microsoft.com/office/powerpoint/2010/main" val="32076749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22</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13" Type="http://schemas.openxmlformats.org/officeDocument/2006/relationships/customXml" Target="../ink/ink5.xml"/><Relationship Id="rId18" Type="http://schemas.openxmlformats.org/officeDocument/2006/relationships/image" Target="../media/image11.png"/><Relationship Id="rId26" Type="http://schemas.openxmlformats.org/officeDocument/2006/relationships/customXml" Target="../ink/ink13.xml"/><Relationship Id="rId21" Type="http://schemas.openxmlformats.org/officeDocument/2006/relationships/customXml" Target="../ink/ink9.xml"/><Relationship Id="rId34" Type="http://schemas.openxmlformats.org/officeDocument/2006/relationships/image" Target="../media/image17.png"/><Relationship Id="rId7" Type="http://schemas.openxmlformats.org/officeDocument/2006/relationships/customXml" Target="../ink/ink2.xml"/><Relationship Id="rId12" Type="http://schemas.openxmlformats.org/officeDocument/2006/relationships/image" Target="../media/image8.png"/><Relationship Id="rId17" Type="http://schemas.openxmlformats.org/officeDocument/2006/relationships/customXml" Target="../ink/ink7.xml"/><Relationship Id="rId25" Type="http://schemas.openxmlformats.org/officeDocument/2006/relationships/customXml" Target="../ink/ink12.xml"/><Relationship Id="rId33" Type="http://schemas.openxmlformats.org/officeDocument/2006/relationships/customXml" Target="../ink/ink17.xml"/><Relationship Id="rId2" Type="http://schemas.openxmlformats.org/officeDocument/2006/relationships/slideLayout" Target="../slideLayouts/slideLayout2.xml"/><Relationship Id="rId16" Type="http://schemas.openxmlformats.org/officeDocument/2006/relationships/image" Target="../media/image10.png"/><Relationship Id="rId20" Type="http://schemas.openxmlformats.org/officeDocument/2006/relationships/image" Target="../media/image12.png"/><Relationship Id="rId29" Type="http://schemas.openxmlformats.org/officeDocument/2006/relationships/customXml" Target="../ink/ink15.xml"/><Relationship Id="rId1" Type="http://schemas.openxmlformats.org/officeDocument/2006/relationships/tags" Target="../tags/tag9.xml"/><Relationship Id="rId6" Type="http://schemas.openxmlformats.org/officeDocument/2006/relationships/image" Target="../media/image5.png"/><Relationship Id="rId11" Type="http://schemas.openxmlformats.org/officeDocument/2006/relationships/customXml" Target="../ink/ink4.xml"/><Relationship Id="rId24" Type="http://schemas.openxmlformats.org/officeDocument/2006/relationships/image" Target="../media/image13.png"/><Relationship Id="rId32" Type="http://schemas.openxmlformats.org/officeDocument/2006/relationships/image" Target="../media/image16.png"/><Relationship Id="rId37" Type="http://schemas.openxmlformats.org/officeDocument/2006/relationships/customXml" Target="../ink/ink19.xml"/><Relationship Id="rId5" Type="http://schemas.openxmlformats.org/officeDocument/2006/relationships/customXml" Target="../ink/ink1.xml"/><Relationship Id="rId15" Type="http://schemas.openxmlformats.org/officeDocument/2006/relationships/customXml" Target="../ink/ink6.xml"/><Relationship Id="rId23" Type="http://schemas.openxmlformats.org/officeDocument/2006/relationships/customXml" Target="../ink/ink11.xml"/><Relationship Id="rId28" Type="http://schemas.openxmlformats.org/officeDocument/2006/relationships/image" Target="../media/image14.png"/><Relationship Id="rId36" Type="http://schemas.openxmlformats.org/officeDocument/2006/relationships/image" Target="../media/image18.png"/><Relationship Id="rId10" Type="http://schemas.openxmlformats.org/officeDocument/2006/relationships/image" Target="../media/image7.png"/><Relationship Id="rId19" Type="http://schemas.openxmlformats.org/officeDocument/2006/relationships/customXml" Target="../ink/ink8.xml"/><Relationship Id="rId31" Type="http://schemas.openxmlformats.org/officeDocument/2006/relationships/customXml" Target="../ink/ink16.xml"/><Relationship Id="rId4" Type="http://schemas.openxmlformats.org/officeDocument/2006/relationships/image" Target="../media/image4.jpg"/><Relationship Id="rId9" Type="http://schemas.openxmlformats.org/officeDocument/2006/relationships/customXml" Target="../ink/ink3.xml"/><Relationship Id="rId14" Type="http://schemas.openxmlformats.org/officeDocument/2006/relationships/image" Target="../media/image9.png"/><Relationship Id="rId22" Type="http://schemas.openxmlformats.org/officeDocument/2006/relationships/customXml" Target="../ink/ink10.xml"/><Relationship Id="rId27" Type="http://schemas.openxmlformats.org/officeDocument/2006/relationships/customXml" Target="../ink/ink14.xml"/><Relationship Id="rId30" Type="http://schemas.openxmlformats.org/officeDocument/2006/relationships/image" Target="../media/image15.png"/><Relationship Id="rId35" Type="http://schemas.openxmlformats.org/officeDocument/2006/relationships/customXml" Target="../ink/ink18.xml"/><Relationship Id="rId8" Type="http://schemas.openxmlformats.org/officeDocument/2006/relationships/image" Target="../media/image6.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8" Type="http://schemas.openxmlformats.org/officeDocument/2006/relationships/customXml" Target="../ink/ink22.xml"/><Relationship Id="rId13" Type="http://schemas.openxmlformats.org/officeDocument/2006/relationships/customXml" Target="../ink/ink27.xml"/><Relationship Id="rId18" Type="http://schemas.openxmlformats.org/officeDocument/2006/relationships/image" Target="../media/image22.png"/><Relationship Id="rId3" Type="http://schemas.openxmlformats.org/officeDocument/2006/relationships/notesSlide" Target="../notesSlides/notesSlide10.xml"/><Relationship Id="rId7" Type="http://schemas.openxmlformats.org/officeDocument/2006/relationships/customXml" Target="../ink/ink21.xml"/><Relationship Id="rId12" Type="http://schemas.openxmlformats.org/officeDocument/2006/relationships/customXml" Target="../ink/ink26.xml"/><Relationship Id="rId17" Type="http://schemas.openxmlformats.org/officeDocument/2006/relationships/customXml" Target="../ink/ink29.xml"/><Relationship Id="rId2" Type="http://schemas.openxmlformats.org/officeDocument/2006/relationships/slideLayout" Target="../slideLayouts/slideLayout2.xml"/><Relationship Id="rId16" Type="http://schemas.openxmlformats.org/officeDocument/2006/relationships/image" Target="../media/image21.png"/><Relationship Id="rId1" Type="http://schemas.openxmlformats.org/officeDocument/2006/relationships/tags" Target="../tags/tag10.xml"/><Relationship Id="rId6" Type="http://schemas.openxmlformats.org/officeDocument/2006/relationships/image" Target="../media/image12.png"/><Relationship Id="rId11" Type="http://schemas.openxmlformats.org/officeDocument/2006/relationships/customXml" Target="../ink/ink25.xml"/><Relationship Id="rId5" Type="http://schemas.openxmlformats.org/officeDocument/2006/relationships/customXml" Target="../ink/ink20.xml"/><Relationship Id="rId15" Type="http://schemas.openxmlformats.org/officeDocument/2006/relationships/customXml" Target="../ink/ink28.xml"/><Relationship Id="rId10" Type="http://schemas.openxmlformats.org/officeDocument/2006/relationships/customXml" Target="../ink/ink24.xml"/><Relationship Id="rId4" Type="http://schemas.openxmlformats.org/officeDocument/2006/relationships/image" Target="../media/image19.jpg"/><Relationship Id="rId9" Type="http://schemas.openxmlformats.org/officeDocument/2006/relationships/customXml" Target="../ink/ink23.xml"/><Relationship Id="rId1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customXml" Target="../ink/ink32.xm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customXml" Target="../ink/ink31.xml"/><Relationship Id="rId5" Type="http://schemas.openxmlformats.org/officeDocument/2006/relationships/image" Target="../media/image12.png"/><Relationship Id="rId4" Type="http://schemas.openxmlformats.org/officeDocument/2006/relationships/customXml" Target="../ink/ink30.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customXml" Target="../ink/ink34.xml"/><Relationship Id="rId5" Type="http://schemas.openxmlformats.org/officeDocument/2006/relationships/image" Target="../media/image12.png"/><Relationship Id="rId4" Type="http://schemas.openxmlformats.org/officeDocument/2006/relationships/customXml" Target="../ink/ink3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6021353"/>
            <a:chOff x="-14748" y="986564"/>
            <a:chExt cx="9158748" cy="6021353"/>
          </a:xfrm>
        </p:grpSpPr>
        <p:sp>
          <p:nvSpPr>
            <p:cNvPr id="22" name="TextBox 21"/>
            <p:cNvSpPr txBox="1"/>
            <p:nvPr/>
          </p:nvSpPr>
          <p:spPr>
            <a:xfrm>
              <a:off x="202174" y="4761148"/>
              <a:ext cx="4322209" cy="2246769"/>
            </a:xfrm>
            <a:prstGeom prst="rect">
              <a:avLst/>
            </a:prstGeom>
            <a:noFill/>
          </p:spPr>
          <p:txBody>
            <a:bodyPr wrap="square" rtlCol="0">
              <a:spAutoFit/>
            </a:bodyPr>
            <a:lstStyle/>
            <a:p>
              <a:r>
                <a:rPr lang="en-US" sz="2000" b="1" dirty="0"/>
                <a:t>220701314</a:t>
              </a:r>
            </a:p>
            <a:p>
              <a:r>
                <a:rPr lang="en-US" sz="2000" b="1" dirty="0"/>
                <a:t>Vellanki Chandra Harsha</a:t>
              </a:r>
            </a:p>
            <a:p>
              <a:pPr marL="0" marR="0" lvl="0" indent="0" algn="l" rtl="0">
                <a:spcBef>
                  <a:spcPts val="0"/>
                </a:spcBef>
                <a:spcAft>
                  <a:spcPts val="0"/>
                </a:spcAft>
                <a:buNone/>
              </a:pPr>
              <a:r>
                <a:rPr lang="fi-FI" sz="2000" b="1" dirty="0"/>
                <a:t>Ms. U.Farjana, M.Tech. </a:t>
              </a:r>
              <a:br>
                <a:rPr lang="fi-FI" sz="2000" b="1" dirty="0"/>
              </a:br>
              <a:r>
                <a:rPr lang="en-IN" altLang="en-US" sz="2000" b="1" dirty="0">
                  <a:solidFill>
                    <a:schemeClr val="dk1"/>
                  </a:solidFill>
                  <a:latin typeface="Times New Roman" panose="02020603050405020304" pitchFamily="18" charset="0"/>
                  <a:cs typeface="Times New Roman" panose="02020603050405020304" pitchFamily="18" charset="0"/>
                  <a:sym typeface="Calibri" panose="020F0502020204030204"/>
                </a:rPr>
                <a:t>Supervisor </a:t>
              </a:r>
            </a:p>
            <a:p>
              <a:pPr marL="0" marR="0" lvl="0" indent="0" algn="l" rtl="0">
                <a:spcBef>
                  <a:spcPts val="0"/>
                </a:spcBef>
                <a:spcAft>
                  <a:spcPts val="0"/>
                </a:spcAft>
                <a:buNone/>
              </a:pPr>
              <a:r>
                <a:rPr lang="en-US" sz="2000" b="1" dirty="0">
                  <a:solidFill>
                    <a:schemeClr val="dk1"/>
                  </a:solidFill>
                  <a:latin typeface="Times New Roman" panose="02020603050405020304" pitchFamily="18" charset="0"/>
                  <a:cs typeface="Times New Roman" panose="02020603050405020304" pitchFamily="18" charset="0"/>
                  <a:sym typeface="Calibri" panose="020F0502020204030204"/>
                </a:rPr>
                <a:t>Department of Computer Science and Engineering</a:t>
              </a:r>
              <a:endParaRPr lang="en-US" sz="1600" dirty="0">
                <a:latin typeface="Times New Roman" panose="02020603050405020304" pitchFamily="18" charset="0"/>
                <a:cs typeface="Times New Roman" panose="02020603050405020304" pitchFamily="18" charset="0"/>
              </a:endParaRPr>
            </a:p>
            <a:p>
              <a:endParaRPr lang="en-US" sz="2000" b="1" dirty="0"/>
            </a:p>
          </p:txBody>
        </p:sp>
        <p:grpSp>
          <p:nvGrpSpPr>
            <p:cNvPr id="43" name="Group 42"/>
            <p:cNvGrpSpPr/>
            <p:nvPr/>
          </p:nvGrpSpPr>
          <p:grpSpPr>
            <a:xfrm>
              <a:off x="-14748" y="986564"/>
              <a:ext cx="9158748" cy="3628907"/>
              <a:chOff x="-14748" y="986564"/>
              <a:chExt cx="9158748" cy="362890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77782" y="2100903"/>
                <a:ext cx="4188156" cy="1754326"/>
              </a:xfrm>
              <a:prstGeom prst="rect">
                <a:avLst/>
              </a:prstGeom>
              <a:noFill/>
            </p:spPr>
            <p:txBody>
              <a:bodyPr wrap="square" rtlCol="0">
                <a:spAutoFit/>
              </a:bodyPr>
              <a:lstStyle/>
              <a:p>
                <a:r>
                  <a:rPr lang="en-US" sz="5400" b="1" dirty="0">
                    <a:solidFill>
                      <a:schemeClr val="bg1"/>
                    </a:solidFill>
                    <a:ea typeface="Open Sans Bold" panose="020B0806030504020204" pitchFamily="34" charset="0"/>
                    <a:cs typeface="Open Sans Bold" panose="020B0806030504020204" pitchFamily="34" charset="0"/>
                  </a:rPr>
                  <a:t>DRUG SEEKER</a:t>
                </a:r>
              </a:p>
              <a:p>
                <a:r>
                  <a:rPr lang="en-US" sz="5400" b="1" dirty="0">
                    <a:solidFill>
                      <a:schemeClr val="bg1"/>
                    </a:solidFill>
                    <a:ea typeface="Open Sans Bold" panose="020B0806030504020204" pitchFamily="34" charset="0"/>
                    <a:cs typeface="Open Sans Bold" panose="020B0806030504020204" pitchFamily="34" charset="0"/>
                  </a:rPr>
                  <a:t>BOT</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p:txBody>
          <a:bodyPr>
            <a:normAutofit/>
          </a:bodyPr>
          <a:lstStyle/>
          <a:p>
            <a:pPr algn="just"/>
            <a:r>
              <a:rPr lang="en-US" sz="1800" b="0" i="0" u="none" strike="noStrike" baseline="0" dirty="0">
                <a:solidFill>
                  <a:srgbClr val="22292C"/>
                </a:solidFill>
                <a:latin typeface="Times New Roman" panose="02020603050405020304" pitchFamily="18" charset="0"/>
              </a:rPr>
              <a:t>The 'Drug Seeker Bot' is an advanced RPA application designed using UiPath to automate the retrieval of pharmaceutical data efficiently. This bot serves as a user-friendly tool that accepts drug names as input and leverages web browser activities to extract critical details such as brand names, prices, and other related information from reliable online pharmaceutical platforms. The bot is designed to simplify and speed up the process of obtaining drug information, eliminating the time-consuming and error-prone task of manual searches. This project demonstrates the effective use of robotic process automation in the healthcare sector, offering a scalable solution for pharmacists, healthcare providers, and consumers to access accurate drug details instantly. It ensures enhanced accuracy, operational efficiency, and convenience while highlighting the practical applications of automation in addressing real-world challenges. By providing timely and precise information, the 'Drug Seeker Bot' promotes informed decision-making and supports improved healthcare outcomes.</a:t>
            </a:r>
            <a:r>
              <a:rPr lang="en-US" dirty="0">
                <a:latin typeface="Times New Roman" panose="02020603050405020304" pitchFamily="18" charset="0"/>
              </a:rPr>
              <a:t>.</a:t>
            </a:r>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4" name="Rectangle 2">
            <a:extLst>
              <a:ext uri="{FF2B5EF4-FFF2-40B4-BE49-F238E27FC236}">
                <a16:creationId xmlns:a16="http://schemas.microsoft.com/office/drawing/2014/main" id="{06F27ECF-83AB-FFDA-F8DB-AAA7F06923AA}"/>
              </a:ext>
            </a:extLst>
          </p:cNvPr>
          <p:cNvSpPr>
            <a:spLocks noGrp="1" noChangeArrowheads="1"/>
          </p:cNvSpPr>
          <p:nvPr>
            <p:ph idx="1"/>
          </p:nvPr>
        </p:nvSpPr>
        <p:spPr bwMode="auto">
          <a:xfrm>
            <a:off x="190500" y="3486416"/>
            <a:ext cx="833463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5">
            <a:extLst>
              <a:ext uri="{FF2B5EF4-FFF2-40B4-BE49-F238E27FC236}">
                <a16:creationId xmlns:a16="http://schemas.microsoft.com/office/drawing/2014/main" id="{7E05EC08-A682-4FDF-A26B-24EB12F84131}"/>
              </a:ext>
            </a:extLst>
          </p:cNvPr>
          <p:cNvSpPr>
            <a:spLocks noChangeArrowheads="1"/>
          </p:cNvSpPr>
          <p:nvPr/>
        </p:nvSpPr>
        <p:spPr bwMode="auto">
          <a:xfrm>
            <a:off x="190500" y="894783"/>
            <a:ext cx="8909432"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Time Efficiency</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The bot quickly finds drug details, avoiding the long process of manual searches.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Easy to Use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The bot is simple and convenient for anyone to get drug details quickly.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Handles Large Requests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It can manage multiple searches at once, making it useful for busy pharmacies or </a:t>
            </a: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clinics.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Better Decisions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It helps users make informed choices about drugs, improving healthcare outcomes.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Improves Accuracy</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It reduces human errors and provides correct, up-to-date information.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b="1" dirty="0"/>
              <a:t> Cost-Effective Solution</a:t>
            </a:r>
            <a:br>
              <a:rPr lang="en-US" dirty="0"/>
            </a:br>
            <a:r>
              <a:rPr lang="en-US" dirty="0"/>
              <a:t> By automating the search process, the bot reduces the need for additional resources or                   manual effort, saving costs for users and organizations.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5" name="Rectangle 2">
            <a:extLst>
              <a:ext uri="{FF2B5EF4-FFF2-40B4-BE49-F238E27FC236}">
                <a16:creationId xmlns:a16="http://schemas.microsoft.com/office/drawing/2014/main" id="{46C1BED0-DE25-D612-6D5A-A0C9AFFC584F}"/>
              </a:ext>
            </a:extLst>
          </p:cNvPr>
          <p:cNvSpPr>
            <a:spLocks noGrp="1" noChangeArrowheads="1"/>
          </p:cNvSpPr>
          <p:nvPr>
            <p:ph idx="1"/>
          </p:nvPr>
        </p:nvSpPr>
        <p:spPr bwMode="auto">
          <a:xfrm>
            <a:off x="620789" y="2786738"/>
            <a:ext cx="790242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3B107AA5-C119-1324-2780-D9BC9F8854B0}"/>
              </a:ext>
            </a:extLst>
          </p:cNvPr>
          <p:cNvSpPr>
            <a:spLocks noChangeArrowheads="1"/>
          </p:cNvSpPr>
          <p:nvPr/>
        </p:nvSpPr>
        <p:spPr bwMode="auto">
          <a:xfrm>
            <a:off x="199539" y="1160748"/>
            <a:ext cx="8597738"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Time-Saving</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Automates drug searches, providing quick results without manual effort.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User-Friendly</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Simple interface makes it accessible to pharmacists, healthcare providers, and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consumers.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Increased Efficiency</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Handles multiple queries simultaneously, improving productivity.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Scalability</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Can be used for both small-scale and large-scale operations in healthcare.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High Accuracy</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Ensures precise and up-to-date information, reducing the chances of errors.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b="1" dirty="0"/>
              <a:t> Informed Decision-Making</a:t>
            </a:r>
            <a:br>
              <a:rPr lang="en-US" dirty="0"/>
            </a:br>
            <a:r>
              <a:rPr lang="en-US" dirty="0"/>
              <a:t>   Provides reliable data to help users choose the right drugs, enhancing healthcare quality.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124F8913-F5B3-F096-F2D5-4E9D0E90D861}"/>
              </a:ext>
            </a:extLst>
          </p:cNvPr>
          <p:cNvSpPr>
            <a:spLocks noChangeArrowheads="1"/>
          </p:cNvSpPr>
          <p:nvPr/>
        </p:nvSpPr>
        <p:spPr bwMode="auto">
          <a:xfrm>
            <a:off x="0" y="-461665"/>
            <a:ext cx="18473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p:txBody>
          <a:bodyPr>
            <a:normAutofit/>
          </a:bodyPr>
          <a:lstStyle/>
          <a:p>
            <a:pPr marL="0" indent="0" algn="just">
              <a:buNone/>
            </a:pPr>
            <a:r>
              <a:rPr lang="en-US" b="1" dirty="0">
                <a:latin typeface="Times New Roman" panose="02020603050405020304" pitchFamily="18" charset="0"/>
              </a:rPr>
              <a:t>                                                 Title:</a:t>
            </a:r>
          </a:p>
          <a:p>
            <a:pPr marL="0" indent="0" algn="just">
              <a:buNone/>
            </a:pPr>
            <a:r>
              <a:rPr lang="en-US" i="1" dirty="0"/>
              <a:t>Review of Automation Applications in Healthcare: Enhancing Drug Information Retrieval Using Robotic Process Automation</a:t>
            </a:r>
            <a:endParaRPr lang="en-US" i="1" dirty="0">
              <a:latin typeface="Times New Roman" panose="02020603050405020304" pitchFamily="18" charset="0"/>
            </a:endParaRPr>
          </a:p>
          <a:p>
            <a:pPr marL="0" indent="0">
              <a:buNone/>
            </a:pPr>
            <a:r>
              <a:rPr lang="en-US" sz="2000" b="1" dirty="0"/>
              <a:t>    </a:t>
            </a:r>
          </a:p>
          <a:p>
            <a:pPr marL="0" indent="0">
              <a:buNone/>
            </a:pPr>
            <a:endParaRPr lang="en-US" b="1" dirty="0"/>
          </a:p>
        </p:txBody>
      </p:sp>
      <p:sp>
        <p:nvSpPr>
          <p:cNvPr id="4" name="Rectangle 1">
            <a:extLst>
              <a:ext uri="{FF2B5EF4-FFF2-40B4-BE49-F238E27FC236}">
                <a16:creationId xmlns:a16="http://schemas.microsoft.com/office/drawing/2014/main" id="{A85BD0AE-E19E-3773-1573-60227BF90C64}"/>
              </a:ext>
            </a:extLst>
          </p:cNvPr>
          <p:cNvSpPr>
            <a:spLocks noChangeArrowheads="1"/>
          </p:cNvSpPr>
          <p:nvPr/>
        </p:nvSpPr>
        <p:spPr bwMode="auto">
          <a:xfrm>
            <a:off x="251520" y="3413133"/>
            <a:ext cx="451918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Saves Time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Quickly finds drug details, reducing search</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efforts.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Accurate Information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Provides correct and reliable drug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Easy to Use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Simple and convenient for everyone.</a:t>
            </a:r>
          </a:p>
        </p:txBody>
      </p:sp>
      <p:sp>
        <p:nvSpPr>
          <p:cNvPr id="5" name="TextBox 4">
            <a:extLst>
              <a:ext uri="{FF2B5EF4-FFF2-40B4-BE49-F238E27FC236}">
                <a16:creationId xmlns:a16="http://schemas.microsoft.com/office/drawing/2014/main" id="{B1313BD3-7CE6-BBDD-4CFF-DC2E10059E32}"/>
              </a:ext>
            </a:extLst>
          </p:cNvPr>
          <p:cNvSpPr txBox="1"/>
          <p:nvPr/>
        </p:nvSpPr>
        <p:spPr>
          <a:xfrm>
            <a:off x="1475656" y="2686887"/>
            <a:ext cx="2340260" cy="400110"/>
          </a:xfrm>
          <a:prstGeom prst="rect">
            <a:avLst/>
          </a:prstGeom>
          <a:noFill/>
        </p:spPr>
        <p:txBody>
          <a:bodyPr wrap="square" rtlCol="0">
            <a:spAutoFit/>
          </a:bodyPr>
          <a:lstStyle/>
          <a:p>
            <a:r>
              <a:rPr lang="en-IN" sz="2000" b="1" dirty="0"/>
              <a:t>ADVANTAGES</a:t>
            </a:r>
            <a:endParaRPr lang="en-IN" dirty="0"/>
          </a:p>
        </p:txBody>
      </p:sp>
      <p:sp>
        <p:nvSpPr>
          <p:cNvPr id="6" name="TextBox 5">
            <a:extLst>
              <a:ext uri="{FF2B5EF4-FFF2-40B4-BE49-F238E27FC236}">
                <a16:creationId xmlns:a16="http://schemas.microsoft.com/office/drawing/2014/main" id="{CD4B5C39-6756-B713-751C-3780CF2021A5}"/>
              </a:ext>
            </a:extLst>
          </p:cNvPr>
          <p:cNvSpPr txBox="1"/>
          <p:nvPr/>
        </p:nvSpPr>
        <p:spPr>
          <a:xfrm>
            <a:off x="6048164" y="2717665"/>
            <a:ext cx="2124236" cy="369332"/>
          </a:xfrm>
          <a:prstGeom prst="rect">
            <a:avLst/>
          </a:prstGeom>
          <a:noFill/>
        </p:spPr>
        <p:txBody>
          <a:bodyPr wrap="square" rtlCol="0">
            <a:spAutoFit/>
          </a:bodyPr>
          <a:lstStyle/>
          <a:p>
            <a:r>
              <a:rPr lang="en-IN" b="1" dirty="0"/>
              <a:t>DISADVATAGES</a:t>
            </a:r>
          </a:p>
        </p:txBody>
      </p:sp>
      <p:sp>
        <p:nvSpPr>
          <p:cNvPr id="8" name="Rectangle 2">
            <a:extLst>
              <a:ext uri="{FF2B5EF4-FFF2-40B4-BE49-F238E27FC236}">
                <a16:creationId xmlns:a16="http://schemas.microsoft.com/office/drawing/2014/main" id="{1294938D-99B1-CE8A-6C89-23F4B9A387AD}"/>
              </a:ext>
            </a:extLst>
          </p:cNvPr>
          <p:cNvSpPr>
            <a:spLocks noChangeArrowheads="1"/>
          </p:cNvSpPr>
          <p:nvPr/>
        </p:nvSpPr>
        <p:spPr bwMode="auto">
          <a:xfrm rot="10800000" flipV="1">
            <a:off x="4831726" y="3429000"/>
            <a:ext cx="432048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Limited to Online Sources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The bot depends on internet access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and available websites for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Cannot Handle Complex Queries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It may struggle with uncommon or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highly detailed requests.</a:t>
            </a:r>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p:txBody>
          <a:bodyPr/>
          <a:lstStyle/>
          <a:p>
            <a:pPr algn="just"/>
            <a:r>
              <a:rPr lang="en-US" dirty="0"/>
              <a:t>The main objective of the 'Drug Seeker Bot' is to automate the process of retrieving drug information efficiently. It aims to provide accurate details like brand names and prices quickly. This ensures ease of use, saves time, and supports better healthcare decisions.</a:t>
            </a:r>
            <a:endParaRPr lang="en-US" dirty="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14" name="Picture 13">
            <a:extLst>
              <a:ext uri="{FF2B5EF4-FFF2-40B4-BE49-F238E27FC236}">
                <a16:creationId xmlns:a16="http://schemas.microsoft.com/office/drawing/2014/main" id="{3EC8082C-3EEC-F94E-E7C3-15AC2F29F849}"/>
              </a:ext>
            </a:extLst>
          </p:cNvPr>
          <p:cNvPicPr>
            <a:picLocks noChangeAspect="1"/>
          </p:cNvPicPr>
          <p:nvPr/>
        </p:nvPicPr>
        <p:blipFill>
          <a:blip r:embed="rId4"/>
          <a:stretch>
            <a:fillRect/>
          </a:stretch>
        </p:blipFill>
        <p:spPr>
          <a:xfrm>
            <a:off x="953598" y="1340768"/>
            <a:ext cx="7236804" cy="3780419"/>
          </a:xfrm>
          <a:prstGeom prst="rect">
            <a:avLst/>
          </a:prstGeom>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rPr>
              <a:t>Hardware Requirements</a:t>
            </a:r>
          </a:p>
          <a:p>
            <a:pPr algn="just">
              <a:buFont typeface="Arial" panose="020B0604020202020204" pitchFamily="34" charset="0"/>
              <a:buChar char="•"/>
            </a:pPr>
            <a:r>
              <a:rPr lang="en-US" dirty="0">
                <a:latin typeface="Times New Roman" panose="02020603050405020304" pitchFamily="18" charset="0"/>
              </a:rPr>
              <a:t>Processor: Intel Core i5 or higher (or equivalent)</a:t>
            </a:r>
          </a:p>
          <a:p>
            <a:pPr algn="just">
              <a:buFont typeface="Arial" panose="020B0604020202020204" pitchFamily="34" charset="0"/>
              <a:buChar char="•"/>
            </a:pPr>
            <a:r>
              <a:rPr lang="en-US" dirty="0">
                <a:latin typeface="Times New Roman" panose="02020603050405020304" pitchFamily="18" charset="0"/>
              </a:rPr>
              <a:t>RAM: 8 GB or higher</a:t>
            </a:r>
          </a:p>
          <a:p>
            <a:pPr algn="just">
              <a:buFont typeface="Arial" panose="020B0604020202020204" pitchFamily="34" charset="0"/>
              <a:buChar char="•"/>
            </a:pPr>
            <a:r>
              <a:rPr lang="en-US" dirty="0">
                <a:latin typeface="Times New Roman" panose="02020603050405020304" pitchFamily="18" charset="0"/>
              </a:rPr>
              <a:t>Storage: 256 GB SSD or more</a:t>
            </a:r>
          </a:p>
          <a:p>
            <a:pPr algn="just">
              <a:buFont typeface="Arial" panose="020B0604020202020204" pitchFamily="34" charset="0"/>
              <a:buChar char="•"/>
            </a:pPr>
            <a:endParaRPr lang="en-US" dirty="0">
              <a:latin typeface="Times New Roman" panose="02020603050405020304" pitchFamily="18" charset="0"/>
            </a:endParaRPr>
          </a:p>
          <a:p>
            <a:pPr algn="just"/>
            <a:r>
              <a:rPr lang="en-US" b="1" dirty="0">
                <a:latin typeface="Times New Roman" panose="02020603050405020304" pitchFamily="18" charset="0"/>
              </a:rPr>
              <a:t>Software Requirements</a:t>
            </a:r>
          </a:p>
          <a:p>
            <a:pPr algn="just">
              <a:buFont typeface="Arial" panose="020B0604020202020204" pitchFamily="34" charset="0"/>
              <a:buChar char="•"/>
            </a:pPr>
            <a:r>
              <a:rPr lang="en-US" dirty="0">
                <a:latin typeface="Times New Roman" panose="02020603050405020304" pitchFamily="18" charset="0"/>
              </a:rPr>
              <a:t>Operating System: Windows 10 or later</a:t>
            </a:r>
          </a:p>
          <a:p>
            <a:pPr algn="just">
              <a:buFont typeface="Arial" panose="020B0604020202020204" pitchFamily="34" charset="0"/>
              <a:buChar char="•"/>
            </a:pPr>
            <a:r>
              <a:rPr lang="en-US" dirty="0">
                <a:latin typeface="Times New Roman" panose="02020603050405020304" pitchFamily="18" charset="0"/>
              </a:rPr>
              <a:t>UiPath Studio.</a:t>
            </a:r>
          </a:p>
          <a:p>
            <a:pPr>
              <a:buFont typeface="Arial" panose="020B0604020202020204" pitchFamily="34" charset="0"/>
              <a:buChar char="•"/>
            </a:pPr>
            <a:r>
              <a:rPr lang="en-US" dirty="0">
                <a:latin typeface="Times New Roman" panose="02020603050405020304" pitchFamily="18" charset="0"/>
              </a:rPr>
              <a:t>Any </a:t>
            </a:r>
            <a:r>
              <a:rPr lang="en-US" dirty="0" err="1">
                <a:latin typeface="Times New Roman" panose="02020603050405020304" pitchFamily="18" charset="0"/>
              </a:rPr>
              <a:t>Web:Google</a:t>
            </a:r>
            <a:r>
              <a:rPr lang="en-US" dirty="0">
                <a:latin typeface="Times New Roman" panose="02020603050405020304" pitchFamily="18" charset="0"/>
              </a:rPr>
              <a:t> </a:t>
            </a:r>
            <a:r>
              <a:rPr lang="en-US" dirty="0" err="1">
                <a:latin typeface="Times New Roman" panose="02020603050405020304" pitchFamily="18" charset="0"/>
              </a:rPr>
              <a:t>chrome,Microsoft</a:t>
            </a:r>
            <a:r>
              <a:rPr lang="en-US" dirty="0">
                <a:latin typeface="Times New Roman" panose="02020603050405020304" pitchFamily="18" charset="0"/>
              </a:rPr>
              <a:t> </a:t>
            </a:r>
            <a:r>
              <a:rPr lang="en-US" dirty="0" err="1">
                <a:latin typeface="Times New Roman" panose="02020603050405020304" pitchFamily="18" charset="0"/>
              </a:rPr>
              <a:t>edge,Firefox</a:t>
            </a:r>
            <a:endParaRPr lang="en-US" dirty="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p:cNvSpPr>
            <a:spLocks noGrp="1"/>
          </p:cNvSpPr>
          <p:nvPr>
            <p:ph idx="1"/>
          </p:nvPr>
        </p:nvSpPr>
        <p:spPr/>
        <p:txBody>
          <a:bodyPr>
            <a:normAutofit/>
          </a:bodyPr>
          <a:lstStyle/>
          <a:p>
            <a:pPr algn="just"/>
            <a:r>
              <a:rPr lang="en-US" dirty="0"/>
              <a:t>The 'Drug Seeker Bot' allows users to input a drug name, and it automatically retrieves relevant details such as brand names, prices, and other information from trusted online sources. The bot simplifies the search process, providing accurate and up-to-date data quickly, ensuring users can access drug information efficiently and with minimal effort.</a:t>
            </a:r>
            <a:endParaRPr lang="en-US" dirty="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78450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pc="-10" dirty="0"/>
              <a:t>System Flow Diagram</a:t>
            </a:r>
            <a:endParaRPr lang="en-IN" dirty="0">
              <a:latin typeface="+mj-lt"/>
            </a:endParaRPr>
          </a:p>
        </p:txBody>
      </p:sp>
      <p:pic>
        <p:nvPicPr>
          <p:cNvPr id="5" name="Content Placeholder 4">
            <a:extLst>
              <a:ext uri="{FF2B5EF4-FFF2-40B4-BE49-F238E27FC236}">
                <a16:creationId xmlns:a16="http://schemas.microsoft.com/office/drawing/2014/main" id="{25F1A2A8-E94C-3100-BE7D-7744F8C994F3}"/>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a:stretch/>
        </p:blipFill>
        <p:spPr>
          <a:xfrm>
            <a:off x="2776637" y="975320"/>
            <a:ext cx="3590726" cy="5334000"/>
          </a:xfrm>
        </p:spPr>
      </p:pic>
      <p:sp>
        <p:nvSpPr>
          <p:cNvPr id="3" name="TextBox 2">
            <a:extLst>
              <a:ext uri="{FF2B5EF4-FFF2-40B4-BE49-F238E27FC236}">
                <a16:creationId xmlns:a16="http://schemas.microsoft.com/office/drawing/2014/main" id="{70675ED6-B7DD-A175-C7D4-51C39E6421B4}"/>
              </a:ext>
            </a:extLst>
          </p:cNvPr>
          <p:cNvSpPr txBox="1"/>
          <p:nvPr/>
        </p:nvSpPr>
        <p:spPr>
          <a:xfrm>
            <a:off x="4211960" y="3642320"/>
            <a:ext cx="1548172" cy="253916"/>
          </a:xfrm>
          <a:prstGeom prst="rect">
            <a:avLst/>
          </a:prstGeom>
          <a:noFill/>
        </p:spPr>
        <p:txBody>
          <a:bodyPr wrap="square" rtlCol="0">
            <a:spAutoFit/>
          </a:bodyPr>
          <a:lstStyle/>
          <a:p>
            <a:r>
              <a:rPr lang="en-IN" sz="1050" dirty="0"/>
              <a:t>In website</a:t>
            </a:r>
          </a:p>
        </p:txBody>
      </p:sp>
      <p:sp>
        <p:nvSpPr>
          <p:cNvPr id="4" name="TextBox 3">
            <a:extLst>
              <a:ext uri="{FF2B5EF4-FFF2-40B4-BE49-F238E27FC236}">
                <a16:creationId xmlns:a16="http://schemas.microsoft.com/office/drawing/2014/main" id="{98730025-E8A5-B86A-1470-F9CEFEB4EAD7}"/>
              </a:ext>
            </a:extLst>
          </p:cNvPr>
          <p:cNvSpPr txBox="1"/>
          <p:nvPr/>
        </p:nvSpPr>
        <p:spPr>
          <a:xfrm>
            <a:off x="4319972" y="2780928"/>
            <a:ext cx="1638182" cy="253916"/>
          </a:xfrm>
          <a:prstGeom prst="rect">
            <a:avLst/>
          </a:prstGeom>
          <a:noFill/>
        </p:spPr>
        <p:txBody>
          <a:bodyPr wrap="square" rtlCol="0">
            <a:spAutoFit/>
          </a:bodyPr>
          <a:lstStyle/>
          <a:p>
            <a:r>
              <a:rPr lang="en-IN" sz="1050" dirty="0"/>
              <a:t>Name of medicine</a:t>
            </a:r>
          </a:p>
        </p:txBody>
      </p:sp>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551F55F3-3F44-38A7-9615-0602FFAC8C3D}"/>
                  </a:ext>
                </a:extLst>
              </p14:cNvPr>
              <p14:cNvContentPartPr/>
              <p14:nvPr/>
            </p14:nvContentPartPr>
            <p14:xfrm>
              <a:off x="4145544" y="4507128"/>
              <a:ext cx="883440" cy="199800"/>
            </p14:xfrm>
          </p:contentPart>
        </mc:Choice>
        <mc:Fallback>
          <p:pic>
            <p:nvPicPr>
              <p:cNvPr id="6" name="Ink 5">
                <a:extLst>
                  <a:ext uri="{FF2B5EF4-FFF2-40B4-BE49-F238E27FC236}">
                    <a16:creationId xmlns:a16="http://schemas.microsoft.com/office/drawing/2014/main" id="{551F55F3-3F44-38A7-9615-0602FFAC8C3D}"/>
                  </a:ext>
                </a:extLst>
              </p:cNvPr>
              <p:cNvPicPr/>
              <p:nvPr/>
            </p:nvPicPr>
            <p:blipFill>
              <a:blip r:embed="rId6"/>
              <a:stretch>
                <a:fillRect/>
              </a:stretch>
            </p:blipFill>
            <p:spPr>
              <a:xfrm>
                <a:off x="4139424" y="4501008"/>
                <a:ext cx="895680" cy="2120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8" name="Ink 7">
                <a:extLst>
                  <a:ext uri="{FF2B5EF4-FFF2-40B4-BE49-F238E27FC236}">
                    <a16:creationId xmlns:a16="http://schemas.microsoft.com/office/drawing/2014/main" id="{3E21668A-D6E2-3205-ED37-6DB65D03B252}"/>
                  </a:ext>
                </a:extLst>
              </p14:cNvPr>
              <p14:cNvContentPartPr/>
              <p14:nvPr/>
            </p14:nvContentPartPr>
            <p14:xfrm>
              <a:off x="4242024" y="4625928"/>
              <a:ext cx="513000" cy="248040"/>
            </p14:xfrm>
          </p:contentPart>
        </mc:Choice>
        <mc:Fallback>
          <p:pic>
            <p:nvPicPr>
              <p:cNvPr id="8" name="Ink 7">
                <a:extLst>
                  <a:ext uri="{FF2B5EF4-FFF2-40B4-BE49-F238E27FC236}">
                    <a16:creationId xmlns:a16="http://schemas.microsoft.com/office/drawing/2014/main" id="{3E21668A-D6E2-3205-ED37-6DB65D03B252}"/>
                  </a:ext>
                </a:extLst>
              </p:cNvPr>
              <p:cNvPicPr/>
              <p:nvPr/>
            </p:nvPicPr>
            <p:blipFill>
              <a:blip r:embed="rId8"/>
              <a:stretch>
                <a:fillRect/>
              </a:stretch>
            </p:blipFill>
            <p:spPr>
              <a:xfrm>
                <a:off x="4188384" y="4518288"/>
                <a:ext cx="620640" cy="4636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9" name="Ink 8">
                <a:extLst>
                  <a:ext uri="{FF2B5EF4-FFF2-40B4-BE49-F238E27FC236}">
                    <a16:creationId xmlns:a16="http://schemas.microsoft.com/office/drawing/2014/main" id="{3029DB6C-355C-6129-D256-A23F0F407240}"/>
                  </a:ext>
                </a:extLst>
              </p14:cNvPr>
              <p14:cNvContentPartPr/>
              <p14:nvPr/>
            </p14:nvContentPartPr>
            <p14:xfrm>
              <a:off x="3950424" y="4600008"/>
              <a:ext cx="1270080" cy="293040"/>
            </p14:xfrm>
          </p:contentPart>
        </mc:Choice>
        <mc:Fallback>
          <p:pic>
            <p:nvPicPr>
              <p:cNvPr id="9" name="Ink 8">
                <a:extLst>
                  <a:ext uri="{FF2B5EF4-FFF2-40B4-BE49-F238E27FC236}">
                    <a16:creationId xmlns:a16="http://schemas.microsoft.com/office/drawing/2014/main" id="{3029DB6C-355C-6129-D256-A23F0F407240}"/>
                  </a:ext>
                </a:extLst>
              </p:cNvPr>
              <p:cNvPicPr/>
              <p:nvPr/>
            </p:nvPicPr>
            <p:blipFill>
              <a:blip r:embed="rId10"/>
              <a:stretch>
                <a:fillRect/>
              </a:stretch>
            </p:blipFill>
            <p:spPr>
              <a:xfrm>
                <a:off x="3896424" y="4492368"/>
                <a:ext cx="1377720" cy="5086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0" name="Ink 9">
                <a:extLst>
                  <a:ext uri="{FF2B5EF4-FFF2-40B4-BE49-F238E27FC236}">
                    <a16:creationId xmlns:a16="http://schemas.microsoft.com/office/drawing/2014/main" id="{4733DB2D-44CB-FE06-A384-8DCDDADD01E1}"/>
                  </a:ext>
                </a:extLst>
              </p14:cNvPr>
              <p14:cNvContentPartPr/>
              <p14:nvPr/>
            </p14:nvContentPartPr>
            <p14:xfrm>
              <a:off x="4187664" y="4727088"/>
              <a:ext cx="587520" cy="55800"/>
            </p14:xfrm>
          </p:contentPart>
        </mc:Choice>
        <mc:Fallback>
          <p:pic>
            <p:nvPicPr>
              <p:cNvPr id="10" name="Ink 9">
                <a:extLst>
                  <a:ext uri="{FF2B5EF4-FFF2-40B4-BE49-F238E27FC236}">
                    <a16:creationId xmlns:a16="http://schemas.microsoft.com/office/drawing/2014/main" id="{4733DB2D-44CB-FE06-A384-8DCDDADD01E1}"/>
                  </a:ext>
                </a:extLst>
              </p:cNvPr>
              <p:cNvPicPr/>
              <p:nvPr/>
            </p:nvPicPr>
            <p:blipFill>
              <a:blip r:embed="rId12"/>
              <a:stretch>
                <a:fillRect/>
              </a:stretch>
            </p:blipFill>
            <p:spPr>
              <a:xfrm>
                <a:off x="4133664" y="4619448"/>
                <a:ext cx="695160" cy="27144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1" name="Ink 10">
                <a:extLst>
                  <a:ext uri="{FF2B5EF4-FFF2-40B4-BE49-F238E27FC236}">
                    <a16:creationId xmlns:a16="http://schemas.microsoft.com/office/drawing/2014/main" id="{7623B6F1-B9D4-3E21-532D-EC3811B25504}"/>
                  </a:ext>
                </a:extLst>
              </p14:cNvPr>
              <p14:cNvContentPartPr/>
              <p14:nvPr/>
            </p14:nvContentPartPr>
            <p14:xfrm>
              <a:off x="3936024" y="4600008"/>
              <a:ext cx="736200" cy="340200"/>
            </p14:xfrm>
          </p:contentPart>
        </mc:Choice>
        <mc:Fallback>
          <p:pic>
            <p:nvPicPr>
              <p:cNvPr id="11" name="Ink 10">
                <a:extLst>
                  <a:ext uri="{FF2B5EF4-FFF2-40B4-BE49-F238E27FC236}">
                    <a16:creationId xmlns:a16="http://schemas.microsoft.com/office/drawing/2014/main" id="{7623B6F1-B9D4-3E21-532D-EC3811B25504}"/>
                  </a:ext>
                </a:extLst>
              </p:cNvPr>
              <p:cNvPicPr/>
              <p:nvPr/>
            </p:nvPicPr>
            <p:blipFill>
              <a:blip r:embed="rId14"/>
              <a:stretch>
                <a:fillRect/>
              </a:stretch>
            </p:blipFill>
            <p:spPr>
              <a:xfrm>
                <a:off x="3929904" y="4593888"/>
                <a:ext cx="748440" cy="3524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4" name="Ink 13">
                <a:extLst>
                  <a:ext uri="{FF2B5EF4-FFF2-40B4-BE49-F238E27FC236}">
                    <a16:creationId xmlns:a16="http://schemas.microsoft.com/office/drawing/2014/main" id="{197B4E5D-998D-1189-04A5-AB06B1669ED5}"/>
                  </a:ext>
                </a:extLst>
              </p14:cNvPr>
              <p14:cNvContentPartPr/>
              <p14:nvPr/>
            </p14:nvContentPartPr>
            <p14:xfrm>
              <a:off x="4078224" y="4637088"/>
              <a:ext cx="611640" cy="168480"/>
            </p14:xfrm>
          </p:contentPart>
        </mc:Choice>
        <mc:Fallback>
          <p:pic>
            <p:nvPicPr>
              <p:cNvPr id="14" name="Ink 13">
                <a:extLst>
                  <a:ext uri="{FF2B5EF4-FFF2-40B4-BE49-F238E27FC236}">
                    <a16:creationId xmlns:a16="http://schemas.microsoft.com/office/drawing/2014/main" id="{197B4E5D-998D-1189-04A5-AB06B1669ED5}"/>
                  </a:ext>
                </a:extLst>
              </p:cNvPr>
              <p:cNvPicPr/>
              <p:nvPr/>
            </p:nvPicPr>
            <p:blipFill>
              <a:blip r:embed="rId16"/>
              <a:stretch>
                <a:fillRect/>
              </a:stretch>
            </p:blipFill>
            <p:spPr>
              <a:xfrm>
                <a:off x="3988584" y="4457448"/>
                <a:ext cx="791280" cy="5281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5" name="Ink 14">
                <a:extLst>
                  <a:ext uri="{FF2B5EF4-FFF2-40B4-BE49-F238E27FC236}">
                    <a16:creationId xmlns:a16="http://schemas.microsoft.com/office/drawing/2014/main" id="{16B81B8F-FDAF-8E43-90AB-8BA5443BEC6E}"/>
                  </a:ext>
                </a:extLst>
              </p14:cNvPr>
              <p14:cNvContentPartPr/>
              <p14:nvPr/>
            </p14:nvContentPartPr>
            <p14:xfrm>
              <a:off x="4257504" y="4804848"/>
              <a:ext cx="351360" cy="15120"/>
            </p14:xfrm>
          </p:contentPart>
        </mc:Choice>
        <mc:Fallback>
          <p:pic>
            <p:nvPicPr>
              <p:cNvPr id="15" name="Ink 14">
                <a:extLst>
                  <a:ext uri="{FF2B5EF4-FFF2-40B4-BE49-F238E27FC236}">
                    <a16:creationId xmlns:a16="http://schemas.microsoft.com/office/drawing/2014/main" id="{16B81B8F-FDAF-8E43-90AB-8BA5443BEC6E}"/>
                  </a:ext>
                </a:extLst>
              </p:cNvPr>
              <p:cNvPicPr/>
              <p:nvPr/>
            </p:nvPicPr>
            <p:blipFill>
              <a:blip r:embed="rId18"/>
              <a:stretch>
                <a:fillRect/>
              </a:stretch>
            </p:blipFill>
            <p:spPr>
              <a:xfrm>
                <a:off x="4167864" y="4624848"/>
                <a:ext cx="531000" cy="3747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6" name="Ink 15">
                <a:extLst>
                  <a:ext uri="{FF2B5EF4-FFF2-40B4-BE49-F238E27FC236}">
                    <a16:creationId xmlns:a16="http://schemas.microsoft.com/office/drawing/2014/main" id="{F1D6AA95-355D-0B2C-D86C-BABDABEF4C8C}"/>
                  </a:ext>
                </a:extLst>
              </p14:cNvPr>
              <p14:cNvContentPartPr/>
              <p14:nvPr/>
            </p14:nvContentPartPr>
            <p14:xfrm>
              <a:off x="4279464" y="4800528"/>
              <a:ext cx="360" cy="360"/>
            </p14:xfrm>
          </p:contentPart>
        </mc:Choice>
        <mc:Fallback>
          <p:pic>
            <p:nvPicPr>
              <p:cNvPr id="16" name="Ink 15">
                <a:extLst>
                  <a:ext uri="{FF2B5EF4-FFF2-40B4-BE49-F238E27FC236}">
                    <a16:creationId xmlns:a16="http://schemas.microsoft.com/office/drawing/2014/main" id="{F1D6AA95-355D-0B2C-D86C-BABDABEF4C8C}"/>
                  </a:ext>
                </a:extLst>
              </p:cNvPr>
              <p:cNvPicPr/>
              <p:nvPr/>
            </p:nvPicPr>
            <p:blipFill>
              <a:blip r:embed="rId20"/>
              <a:stretch>
                <a:fillRect/>
              </a:stretch>
            </p:blipFill>
            <p:spPr>
              <a:xfrm>
                <a:off x="4189464" y="4620528"/>
                <a:ext cx="1800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7" name="Ink 16">
                <a:extLst>
                  <a:ext uri="{FF2B5EF4-FFF2-40B4-BE49-F238E27FC236}">
                    <a16:creationId xmlns:a16="http://schemas.microsoft.com/office/drawing/2014/main" id="{6B5053E5-2D72-DB95-D084-F61C58A53E9C}"/>
                  </a:ext>
                </a:extLst>
              </p14:cNvPr>
              <p14:cNvContentPartPr/>
              <p14:nvPr/>
            </p14:nvContentPartPr>
            <p14:xfrm>
              <a:off x="4279464" y="4800528"/>
              <a:ext cx="360" cy="360"/>
            </p14:xfrm>
          </p:contentPart>
        </mc:Choice>
        <mc:Fallback>
          <p:pic>
            <p:nvPicPr>
              <p:cNvPr id="17" name="Ink 16">
                <a:extLst>
                  <a:ext uri="{FF2B5EF4-FFF2-40B4-BE49-F238E27FC236}">
                    <a16:creationId xmlns:a16="http://schemas.microsoft.com/office/drawing/2014/main" id="{6B5053E5-2D72-DB95-D084-F61C58A53E9C}"/>
                  </a:ext>
                </a:extLst>
              </p:cNvPr>
              <p:cNvPicPr/>
              <p:nvPr/>
            </p:nvPicPr>
            <p:blipFill>
              <a:blip r:embed="rId20"/>
              <a:stretch>
                <a:fillRect/>
              </a:stretch>
            </p:blipFill>
            <p:spPr>
              <a:xfrm>
                <a:off x="4189464" y="4620528"/>
                <a:ext cx="1800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8" name="Ink 17">
                <a:extLst>
                  <a:ext uri="{FF2B5EF4-FFF2-40B4-BE49-F238E27FC236}">
                    <a16:creationId xmlns:a16="http://schemas.microsoft.com/office/drawing/2014/main" id="{B7384D4E-AD14-1DB0-9E5A-593240EF2785}"/>
                  </a:ext>
                </a:extLst>
              </p14:cNvPr>
              <p14:cNvContentPartPr/>
              <p14:nvPr/>
            </p14:nvContentPartPr>
            <p14:xfrm>
              <a:off x="4279464" y="4800528"/>
              <a:ext cx="360" cy="360"/>
            </p14:xfrm>
          </p:contentPart>
        </mc:Choice>
        <mc:Fallback>
          <p:pic>
            <p:nvPicPr>
              <p:cNvPr id="18" name="Ink 17">
                <a:extLst>
                  <a:ext uri="{FF2B5EF4-FFF2-40B4-BE49-F238E27FC236}">
                    <a16:creationId xmlns:a16="http://schemas.microsoft.com/office/drawing/2014/main" id="{B7384D4E-AD14-1DB0-9E5A-593240EF2785}"/>
                  </a:ext>
                </a:extLst>
              </p:cNvPr>
              <p:cNvPicPr/>
              <p:nvPr/>
            </p:nvPicPr>
            <p:blipFill>
              <a:blip r:embed="rId20"/>
              <a:stretch>
                <a:fillRect/>
              </a:stretch>
            </p:blipFill>
            <p:spPr>
              <a:xfrm>
                <a:off x="4189464" y="4620528"/>
                <a:ext cx="1800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9" name="Ink 18">
                <a:extLst>
                  <a:ext uri="{FF2B5EF4-FFF2-40B4-BE49-F238E27FC236}">
                    <a16:creationId xmlns:a16="http://schemas.microsoft.com/office/drawing/2014/main" id="{A95BAFA9-1EEE-C643-F8C7-65B7D57A2D36}"/>
                  </a:ext>
                </a:extLst>
              </p14:cNvPr>
              <p14:cNvContentPartPr/>
              <p14:nvPr/>
            </p14:nvContentPartPr>
            <p14:xfrm>
              <a:off x="4279464" y="4800528"/>
              <a:ext cx="369360" cy="9720"/>
            </p14:xfrm>
          </p:contentPart>
        </mc:Choice>
        <mc:Fallback>
          <p:pic>
            <p:nvPicPr>
              <p:cNvPr id="19" name="Ink 18">
                <a:extLst>
                  <a:ext uri="{FF2B5EF4-FFF2-40B4-BE49-F238E27FC236}">
                    <a16:creationId xmlns:a16="http://schemas.microsoft.com/office/drawing/2014/main" id="{A95BAFA9-1EEE-C643-F8C7-65B7D57A2D36}"/>
                  </a:ext>
                </a:extLst>
              </p:cNvPr>
              <p:cNvPicPr/>
              <p:nvPr/>
            </p:nvPicPr>
            <p:blipFill>
              <a:blip r:embed="rId24"/>
              <a:stretch>
                <a:fillRect/>
              </a:stretch>
            </p:blipFill>
            <p:spPr>
              <a:xfrm>
                <a:off x="4189464" y="4620528"/>
                <a:ext cx="549000" cy="3693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0" name="Ink 19">
                <a:extLst>
                  <a:ext uri="{FF2B5EF4-FFF2-40B4-BE49-F238E27FC236}">
                    <a16:creationId xmlns:a16="http://schemas.microsoft.com/office/drawing/2014/main" id="{F64EE00E-FB04-E02D-F53D-E06F74B1EF79}"/>
                  </a:ext>
                </a:extLst>
              </p14:cNvPr>
              <p14:cNvContentPartPr/>
              <p14:nvPr/>
            </p14:nvContentPartPr>
            <p14:xfrm>
              <a:off x="4654224" y="4809168"/>
              <a:ext cx="360" cy="360"/>
            </p14:xfrm>
          </p:contentPart>
        </mc:Choice>
        <mc:Fallback>
          <p:pic>
            <p:nvPicPr>
              <p:cNvPr id="20" name="Ink 19">
                <a:extLst>
                  <a:ext uri="{FF2B5EF4-FFF2-40B4-BE49-F238E27FC236}">
                    <a16:creationId xmlns:a16="http://schemas.microsoft.com/office/drawing/2014/main" id="{F64EE00E-FB04-E02D-F53D-E06F74B1EF79}"/>
                  </a:ext>
                </a:extLst>
              </p:cNvPr>
              <p:cNvPicPr/>
              <p:nvPr/>
            </p:nvPicPr>
            <p:blipFill>
              <a:blip r:embed="rId20"/>
              <a:stretch>
                <a:fillRect/>
              </a:stretch>
            </p:blipFill>
            <p:spPr>
              <a:xfrm>
                <a:off x="4564224" y="4629528"/>
                <a:ext cx="1800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1" name="Ink 20">
                <a:extLst>
                  <a:ext uri="{FF2B5EF4-FFF2-40B4-BE49-F238E27FC236}">
                    <a16:creationId xmlns:a16="http://schemas.microsoft.com/office/drawing/2014/main" id="{6E675039-4592-6D93-8679-82573EDC73ED}"/>
                  </a:ext>
                </a:extLst>
              </p14:cNvPr>
              <p14:cNvContentPartPr/>
              <p14:nvPr/>
            </p14:nvContentPartPr>
            <p14:xfrm>
              <a:off x="4654224" y="4809168"/>
              <a:ext cx="360" cy="360"/>
            </p14:xfrm>
          </p:contentPart>
        </mc:Choice>
        <mc:Fallback>
          <p:pic>
            <p:nvPicPr>
              <p:cNvPr id="21" name="Ink 20">
                <a:extLst>
                  <a:ext uri="{FF2B5EF4-FFF2-40B4-BE49-F238E27FC236}">
                    <a16:creationId xmlns:a16="http://schemas.microsoft.com/office/drawing/2014/main" id="{6E675039-4592-6D93-8679-82573EDC73ED}"/>
                  </a:ext>
                </a:extLst>
              </p:cNvPr>
              <p:cNvPicPr/>
              <p:nvPr/>
            </p:nvPicPr>
            <p:blipFill>
              <a:blip r:embed="rId20"/>
              <a:stretch>
                <a:fillRect/>
              </a:stretch>
            </p:blipFill>
            <p:spPr>
              <a:xfrm>
                <a:off x="4564224" y="4629528"/>
                <a:ext cx="1800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2" name="Ink 21">
                <a:extLst>
                  <a:ext uri="{FF2B5EF4-FFF2-40B4-BE49-F238E27FC236}">
                    <a16:creationId xmlns:a16="http://schemas.microsoft.com/office/drawing/2014/main" id="{2C5DC793-B9A6-AC60-5D00-16C5952BE766}"/>
                  </a:ext>
                </a:extLst>
              </p14:cNvPr>
              <p14:cNvContentPartPr/>
              <p14:nvPr/>
            </p14:nvContentPartPr>
            <p14:xfrm>
              <a:off x="-814176" y="-2372112"/>
              <a:ext cx="5468760" cy="7489080"/>
            </p14:xfrm>
          </p:contentPart>
        </mc:Choice>
        <mc:Fallback>
          <p:pic>
            <p:nvPicPr>
              <p:cNvPr id="22" name="Ink 21">
                <a:extLst>
                  <a:ext uri="{FF2B5EF4-FFF2-40B4-BE49-F238E27FC236}">
                    <a16:creationId xmlns:a16="http://schemas.microsoft.com/office/drawing/2014/main" id="{2C5DC793-B9A6-AC60-5D00-16C5952BE766}"/>
                  </a:ext>
                </a:extLst>
              </p:cNvPr>
              <p:cNvPicPr/>
              <p:nvPr/>
            </p:nvPicPr>
            <p:blipFill>
              <a:blip r:embed="rId28"/>
              <a:stretch>
                <a:fillRect/>
              </a:stretch>
            </p:blipFill>
            <p:spPr>
              <a:xfrm>
                <a:off x="-904176" y="-2551752"/>
                <a:ext cx="5648400" cy="7848720"/>
              </a:xfrm>
              <a:prstGeom prst="rect">
                <a:avLst/>
              </a:prstGeom>
            </p:spPr>
          </p:pic>
        </mc:Fallback>
      </mc:AlternateContent>
      <p:grpSp>
        <p:nvGrpSpPr>
          <p:cNvPr id="33" name="Group 32">
            <a:extLst>
              <a:ext uri="{FF2B5EF4-FFF2-40B4-BE49-F238E27FC236}">
                <a16:creationId xmlns:a16="http://schemas.microsoft.com/office/drawing/2014/main" id="{4A449DC8-E2E2-2BC9-6F11-43D586E49963}"/>
              </a:ext>
            </a:extLst>
          </p:cNvPr>
          <p:cNvGrpSpPr/>
          <p:nvPr/>
        </p:nvGrpSpPr>
        <p:grpSpPr>
          <a:xfrm>
            <a:off x="3885624" y="4498128"/>
            <a:ext cx="1479600" cy="487440"/>
            <a:chOff x="3885624" y="4498128"/>
            <a:chExt cx="1479600" cy="487440"/>
          </a:xfrm>
        </p:grpSpPr>
        <mc:AlternateContent xmlns:mc="http://schemas.openxmlformats.org/markup-compatibility/2006">
          <mc:Choice xmlns:p14="http://schemas.microsoft.com/office/powerpoint/2010/main" Requires="p14">
            <p:contentPart p14:bwMode="auto" r:id="rId29">
              <p14:nvContentPartPr>
                <p14:cNvPr id="27" name="Ink 26">
                  <a:extLst>
                    <a:ext uri="{FF2B5EF4-FFF2-40B4-BE49-F238E27FC236}">
                      <a16:creationId xmlns:a16="http://schemas.microsoft.com/office/drawing/2014/main" id="{396CC09B-4EC5-CE48-03F5-A7F5D247618E}"/>
                    </a:ext>
                  </a:extLst>
                </p14:cNvPr>
                <p14:cNvContentPartPr/>
                <p14:nvPr/>
              </p14:nvContentPartPr>
              <p14:xfrm>
                <a:off x="3955104" y="4498128"/>
                <a:ext cx="1240200" cy="487440"/>
              </p14:xfrm>
            </p:contentPart>
          </mc:Choice>
          <mc:Fallback>
            <p:pic>
              <p:nvPicPr>
                <p:cNvPr id="27" name="Ink 26">
                  <a:extLst>
                    <a:ext uri="{FF2B5EF4-FFF2-40B4-BE49-F238E27FC236}">
                      <a16:creationId xmlns:a16="http://schemas.microsoft.com/office/drawing/2014/main" id="{396CC09B-4EC5-CE48-03F5-A7F5D247618E}"/>
                    </a:ext>
                  </a:extLst>
                </p:cNvPr>
                <p:cNvPicPr/>
                <p:nvPr/>
              </p:nvPicPr>
              <p:blipFill>
                <a:blip r:embed="rId30"/>
                <a:stretch>
                  <a:fillRect/>
                </a:stretch>
              </p:blipFill>
              <p:spPr>
                <a:xfrm>
                  <a:off x="3892464" y="4435488"/>
                  <a:ext cx="1365840" cy="6130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8" name="Ink 27">
                  <a:extLst>
                    <a:ext uri="{FF2B5EF4-FFF2-40B4-BE49-F238E27FC236}">
                      <a16:creationId xmlns:a16="http://schemas.microsoft.com/office/drawing/2014/main" id="{EC86DF82-ACBF-F4F5-633E-4684ABEF09C2}"/>
                    </a:ext>
                  </a:extLst>
                </p14:cNvPr>
                <p14:cNvContentPartPr/>
                <p14:nvPr/>
              </p14:nvContentPartPr>
              <p14:xfrm>
                <a:off x="4533264" y="4656168"/>
                <a:ext cx="831960" cy="290880"/>
              </p14:xfrm>
            </p:contentPart>
          </mc:Choice>
          <mc:Fallback>
            <p:pic>
              <p:nvPicPr>
                <p:cNvPr id="28" name="Ink 27">
                  <a:extLst>
                    <a:ext uri="{FF2B5EF4-FFF2-40B4-BE49-F238E27FC236}">
                      <a16:creationId xmlns:a16="http://schemas.microsoft.com/office/drawing/2014/main" id="{EC86DF82-ACBF-F4F5-633E-4684ABEF09C2}"/>
                    </a:ext>
                  </a:extLst>
                </p:cNvPr>
                <p:cNvPicPr/>
                <p:nvPr/>
              </p:nvPicPr>
              <p:blipFill>
                <a:blip r:embed="rId32"/>
                <a:stretch>
                  <a:fillRect/>
                </a:stretch>
              </p:blipFill>
              <p:spPr>
                <a:xfrm>
                  <a:off x="4470624" y="4593168"/>
                  <a:ext cx="957600" cy="41652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30" name="Ink 29">
                  <a:extLst>
                    <a:ext uri="{FF2B5EF4-FFF2-40B4-BE49-F238E27FC236}">
                      <a16:creationId xmlns:a16="http://schemas.microsoft.com/office/drawing/2014/main" id="{CBDBA45B-5C48-BF61-7E69-AFE6D8D65C2F}"/>
                    </a:ext>
                  </a:extLst>
                </p14:cNvPr>
                <p14:cNvContentPartPr/>
                <p14:nvPr/>
              </p14:nvContentPartPr>
              <p14:xfrm>
                <a:off x="4873464" y="4891608"/>
                <a:ext cx="360" cy="360"/>
              </p14:xfrm>
            </p:contentPart>
          </mc:Choice>
          <mc:Fallback>
            <p:pic>
              <p:nvPicPr>
                <p:cNvPr id="30" name="Ink 29">
                  <a:extLst>
                    <a:ext uri="{FF2B5EF4-FFF2-40B4-BE49-F238E27FC236}">
                      <a16:creationId xmlns:a16="http://schemas.microsoft.com/office/drawing/2014/main" id="{CBDBA45B-5C48-BF61-7E69-AFE6D8D65C2F}"/>
                    </a:ext>
                  </a:extLst>
                </p:cNvPr>
                <p:cNvPicPr/>
                <p:nvPr/>
              </p:nvPicPr>
              <p:blipFill>
                <a:blip r:embed="rId34"/>
                <a:stretch>
                  <a:fillRect/>
                </a:stretch>
              </p:blipFill>
              <p:spPr>
                <a:xfrm>
                  <a:off x="4810824" y="4828968"/>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32" name="Ink 31">
                  <a:extLst>
                    <a:ext uri="{FF2B5EF4-FFF2-40B4-BE49-F238E27FC236}">
                      <a16:creationId xmlns:a16="http://schemas.microsoft.com/office/drawing/2014/main" id="{E8D59EED-D42C-0EB1-0450-D167C5A9827A}"/>
                    </a:ext>
                  </a:extLst>
                </p14:cNvPr>
                <p14:cNvContentPartPr/>
                <p14:nvPr/>
              </p14:nvContentPartPr>
              <p14:xfrm>
                <a:off x="3885624" y="4872528"/>
                <a:ext cx="1010880" cy="83880"/>
              </p14:xfrm>
            </p:contentPart>
          </mc:Choice>
          <mc:Fallback>
            <p:pic>
              <p:nvPicPr>
                <p:cNvPr id="32" name="Ink 31">
                  <a:extLst>
                    <a:ext uri="{FF2B5EF4-FFF2-40B4-BE49-F238E27FC236}">
                      <a16:creationId xmlns:a16="http://schemas.microsoft.com/office/drawing/2014/main" id="{E8D59EED-D42C-0EB1-0450-D167C5A9827A}"/>
                    </a:ext>
                  </a:extLst>
                </p:cNvPr>
                <p:cNvPicPr/>
                <p:nvPr/>
              </p:nvPicPr>
              <p:blipFill>
                <a:blip r:embed="rId36"/>
                <a:stretch>
                  <a:fillRect/>
                </a:stretch>
              </p:blipFill>
              <p:spPr>
                <a:xfrm>
                  <a:off x="3822984" y="4809888"/>
                  <a:ext cx="1136520" cy="2095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7">
            <p14:nvContentPartPr>
              <p14:cNvPr id="34" name="Ink 33">
                <a:extLst>
                  <a:ext uri="{FF2B5EF4-FFF2-40B4-BE49-F238E27FC236}">
                    <a16:creationId xmlns:a16="http://schemas.microsoft.com/office/drawing/2014/main" id="{EA824ABA-CDA7-5D47-1F30-562FCE220768}"/>
                  </a:ext>
                </a:extLst>
              </p14:cNvPr>
              <p14:cNvContentPartPr/>
              <p14:nvPr/>
            </p14:nvContentPartPr>
            <p14:xfrm>
              <a:off x="4571784" y="5833728"/>
              <a:ext cx="360" cy="360"/>
            </p14:xfrm>
          </p:contentPart>
        </mc:Choice>
        <mc:Fallback>
          <p:pic>
            <p:nvPicPr>
              <p:cNvPr id="34" name="Ink 33">
                <a:extLst>
                  <a:ext uri="{FF2B5EF4-FFF2-40B4-BE49-F238E27FC236}">
                    <a16:creationId xmlns:a16="http://schemas.microsoft.com/office/drawing/2014/main" id="{EA824ABA-CDA7-5D47-1F30-562FCE220768}"/>
                  </a:ext>
                </a:extLst>
              </p:cNvPr>
              <p:cNvPicPr/>
              <p:nvPr/>
            </p:nvPicPr>
            <p:blipFill>
              <a:blip r:embed="rId34"/>
              <a:stretch>
                <a:fillRect/>
              </a:stretch>
            </p:blipFill>
            <p:spPr>
              <a:xfrm>
                <a:off x="4509144" y="5770728"/>
                <a:ext cx="126000" cy="126000"/>
              </a:xfrm>
              <a:prstGeom prst="rect">
                <a:avLst/>
              </a:prstGeom>
            </p:spPr>
          </p:pic>
        </mc:Fallback>
      </mc:AlternateContent>
      <p:sp>
        <p:nvSpPr>
          <p:cNvPr id="35" name="TextBox 34">
            <a:extLst>
              <a:ext uri="{FF2B5EF4-FFF2-40B4-BE49-F238E27FC236}">
                <a16:creationId xmlns:a16="http://schemas.microsoft.com/office/drawing/2014/main" id="{9782C0DA-772F-0A5B-F322-2E8849C4C834}"/>
              </a:ext>
            </a:extLst>
          </p:cNvPr>
          <p:cNvSpPr txBox="1"/>
          <p:nvPr/>
        </p:nvSpPr>
        <p:spPr>
          <a:xfrm>
            <a:off x="3719321" y="4599851"/>
            <a:ext cx="2071405" cy="307777"/>
          </a:xfrm>
          <a:prstGeom prst="rect">
            <a:avLst/>
          </a:prstGeom>
          <a:noFill/>
        </p:spPr>
        <p:txBody>
          <a:bodyPr wrap="square" rtlCol="0">
            <a:spAutoFit/>
          </a:bodyPr>
          <a:lstStyle/>
          <a:p>
            <a:r>
              <a:rPr lang="en-IN" sz="1400" dirty="0">
                <a:latin typeface="72 Black" panose="020B0A04030603020204" pitchFamily="34" charset="0"/>
                <a:cs typeface="72 Black" panose="020B0A04030603020204" pitchFamily="34" charset="0"/>
              </a:rPr>
              <a:t>Select information</a:t>
            </a:r>
          </a:p>
        </p:txBody>
      </p:sp>
    </p:spTree>
    <p:custDataLst>
      <p:tags r:id="rId1"/>
    </p:custDataLst>
    <p:extLst>
      <p:ext uri="{BB962C8B-B14F-4D97-AF65-F5344CB8AC3E}">
        <p14:creationId xmlns:p14="http://schemas.microsoft.com/office/powerpoint/2010/main" val="1639169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CB364-117C-9497-E59F-0994E97B76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96814B-80D1-7217-8F93-5E0E3B167E13}"/>
              </a:ext>
            </a:extLst>
          </p:cNvPr>
          <p:cNvSpPr>
            <a:spLocks noGrp="1"/>
          </p:cNvSpPr>
          <p:nvPr>
            <p:ph type="title"/>
          </p:nvPr>
        </p:nvSpPr>
        <p:spPr/>
        <p:txBody>
          <a:bodyPr>
            <a:normAutofit/>
          </a:bodyPr>
          <a:lstStyle/>
          <a:p>
            <a:r>
              <a:rPr lang="en-IN" spc="-10" dirty="0"/>
              <a:t>Sequence Diagram</a:t>
            </a:r>
            <a:endParaRPr lang="en-IN" dirty="0">
              <a:latin typeface="+mj-lt"/>
            </a:endParaRPr>
          </a:p>
        </p:txBody>
      </p:sp>
      <p:pic>
        <p:nvPicPr>
          <p:cNvPr id="5" name="Content Placeholder 4">
            <a:extLst>
              <a:ext uri="{FF2B5EF4-FFF2-40B4-BE49-F238E27FC236}">
                <a16:creationId xmlns:a16="http://schemas.microsoft.com/office/drawing/2014/main" id="{5D7C5296-0F8A-8AFA-60A1-667D325D1391}"/>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a:stretch/>
        </p:blipFill>
        <p:spPr>
          <a:xfrm>
            <a:off x="863588" y="1052736"/>
            <a:ext cx="7665675" cy="5334000"/>
          </a:xfr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4AEB7DBC-2648-F4AB-D24F-D10831F9AD49}"/>
                  </a:ext>
                </a:extLst>
              </p14:cNvPr>
              <p14:cNvContentPartPr/>
              <p14:nvPr/>
            </p14:nvContentPartPr>
            <p14:xfrm>
              <a:off x="-1884096" y="3072168"/>
              <a:ext cx="360" cy="360"/>
            </p14:xfrm>
          </p:contentPart>
        </mc:Choice>
        <mc:Fallback>
          <p:pic>
            <p:nvPicPr>
              <p:cNvPr id="3" name="Ink 2">
                <a:extLst>
                  <a:ext uri="{FF2B5EF4-FFF2-40B4-BE49-F238E27FC236}">
                    <a16:creationId xmlns:a16="http://schemas.microsoft.com/office/drawing/2014/main" id="{4AEB7DBC-2648-F4AB-D24F-D10831F9AD49}"/>
                  </a:ext>
                </a:extLst>
              </p:cNvPr>
              <p:cNvPicPr/>
              <p:nvPr/>
            </p:nvPicPr>
            <p:blipFill>
              <a:blip r:embed="rId6"/>
              <a:stretch>
                <a:fillRect/>
              </a:stretch>
            </p:blipFill>
            <p:spPr>
              <a:xfrm>
                <a:off x="-1973736" y="2892168"/>
                <a:ext cx="1800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 name="Ink 3">
                <a:extLst>
                  <a:ext uri="{FF2B5EF4-FFF2-40B4-BE49-F238E27FC236}">
                    <a16:creationId xmlns:a16="http://schemas.microsoft.com/office/drawing/2014/main" id="{C144E7E4-41B9-297B-F6D1-3072174113E5}"/>
                  </a:ext>
                </a:extLst>
              </p14:cNvPr>
              <p14:cNvContentPartPr/>
              <p14:nvPr/>
            </p14:nvContentPartPr>
            <p14:xfrm>
              <a:off x="-1884096" y="3072168"/>
              <a:ext cx="360" cy="360"/>
            </p14:xfrm>
          </p:contentPart>
        </mc:Choice>
        <mc:Fallback>
          <p:pic>
            <p:nvPicPr>
              <p:cNvPr id="4" name="Ink 3">
                <a:extLst>
                  <a:ext uri="{FF2B5EF4-FFF2-40B4-BE49-F238E27FC236}">
                    <a16:creationId xmlns:a16="http://schemas.microsoft.com/office/drawing/2014/main" id="{C144E7E4-41B9-297B-F6D1-3072174113E5}"/>
                  </a:ext>
                </a:extLst>
              </p:cNvPr>
              <p:cNvPicPr/>
              <p:nvPr/>
            </p:nvPicPr>
            <p:blipFill>
              <a:blip r:embed="rId6"/>
              <a:stretch>
                <a:fillRect/>
              </a:stretch>
            </p:blipFill>
            <p:spPr>
              <a:xfrm>
                <a:off x="-1973736" y="2892168"/>
                <a:ext cx="1800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361A6966-ABF3-4A48-914D-C3331C5035B7}"/>
                  </a:ext>
                </a:extLst>
              </p14:cNvPr>
              <p14:cNvContentPartPr/>
              <p14:nvPr/>
            </p14:nvContentPartPr>
            <p14:xfrm>
              <a:off x="-311256" y="2368008"/>
              <a:ext cx="360" cy="360"/>
            </p14:xfrm>
          </p:contentPart>
        </mc:Choice>
        <mc:Fallback>
          <p:pic>
            <p:nvPicPr>
              <p:cNvPr id="6" name="Ink 5">
                <a:extLst>
                  <a:ext uri="{FF2B5EF4-FFF2-40B4-BE49-F238E27FC236}">
                    <a16:creationId xmlns:a16="http://schemas.microsoft.com/office/drawing/2014/main" id="{361A6966-ABF3-4A48-914D-C3331C5035B7}"/>
                  </a:ext>
                </a:extLst>
              </p:cNvPr>
              <p:cNvPicPr/>
              <p:nvPr/>
            </p:nvPicPr>
            <p:blipFill>
              <a:blip r:embed="rId6"/>
              <a:stretch>
                <a:fillRect/>
              </a:stretch>
            </p:blipFill>
            <p:spPr>
              <a:xfrm>
                <a:off x="-400896" y="2188368"/>
                <a:ext cx="1800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889504C7-1326-A915-F17E-455F1E94DC6C}"/>
                  </a:ext>
                </a:extLst>
              </p14:cNvPr>
              <p14:cNvContentPartPr/>
              <p14:nvPr/>
            </p14:nvContentPartPr>
            <p14:xfrm>
              <a:off x="310824" y="2157768"/>
              <a:ext cx="360" cy="360"/>
            </p14:xfrm>
          </p:contentPart>
        </mc:Choice>
        <mc:Fallback>
          <p:pic>
            <p:nvPicPr>
              <p:cNvPr id="7" name="Ink 6">
                <a:extLst>
                  <a:ext uri="{FF2B5EF4-FFF2-40B4-BE49-F238E27FC236}">
                    <a16:creationId xmlns:a16="http://schemas.microsoft.com/office/drawing/2014/main" id="{889504C7-1326-A915-F17E-455F1E94DC6C}"/>
                  </a:ext>
                </a:extLst>
              </p:cNvPr>
              <p:cNvPicPr/>
              <p:nvPr/>
            </p:nvPicPr>
            <p:blipFill>
              <a:blip r:embed="rId6"/>
              <a:stretch>
                <a:fillRect/>
              </a:stretch>
            </p:blipFill>
            <p:spPr>
              <a:xfrm>
                <a:off x="221184" y="1977768"/>
                <a:ext cx="1800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31E3FD96-177A-8B30-684A-BDC911428840}"/>
                  </a:ext>
                </a:extLst>
              </p14:cNvPr>
              <p14:cNvContentPartPr/>
              <p14:nvPr/>
            </p14:nvContentPartPr>
            <p14:xfrm>
              <a:off x="310824" y="2157768"/>
              <a:ext cx="360" cy="360"/>
            </p14:xfrm>
          </p:contentPart>
        </mc:Choice>
        <mc:Fallback>
          <p:pic>
            <p:nvPicPr>
              <p:cNvPr id="8" name="Ink 7">
                <a:extLst>
                  <a:ext uri="{FF2B5EF4-FFF2-40B4-BE49-F238E27FC236}">
                    <a16:creationId xmlns:a16="http://schemas.microsoft.com/office/drawing/2014/main" id="{31E3FD96-177A-8B30-684A-BDC911428840}"/>
                  </a:ext>
                </a:extLst>
              </p:cNvPr>
              <p:cNvPicPr/>
              <p:nvPr/>
            </p:nvPicPr>
            <p:blipFill>
              <a:blip r:embed="rId6"/>
              <a:stretch>
                <a:fillRect/>
              </a:stretch>
            </p:blipFill>
            <p:spPr>
              <a:xfrm>
                <a:off x="221184" y="1977768"/>
                <a:ext cx="1800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B58B492D-DCC9-2FAB-9CF5-F5986B479942}"/>
                  </a:ext>
                </a:extLst>
              </p14:cNvPr>
              <p14:cNvContentPartPr/>
              <p14:nvPr/>
            </p14:nvContentPartPr>
            <p14:xfrm>
              <a:off x="2797704" y="2816208"/>
              <a:ext cx="360" cy="360"/>
            </p14:xfrm>
          </p:contentPart>
        </mc:Choice>
        <mc:Fallback>
          <p:pic>
            <p:nvPicPr>
              <p:cNvPr id="9" name="Ink 8">
                <a:extLst>
                  <a:ext uri="{FF2B5EF4-FFF2-40B4-BE49-F238E27FC236}">
                    <a16:creationId xmlns:a16="http://schemas.microsoft.com/office/drawing/2014/main" id="{B58B492D-DCC9-2FAB-9CF5-F5986B479942}"/>
                  </a:ext>
                </a:extLst>
              </p:cNvPr>
              <p:cNvPicPr/>
              <p:nvPr/>
            </p:nvPicPr>
            <p:blipFill>
              <a:blip r:embed="rId6"/>
              <a:stretch>
                <a:fillRect/>
              </a:stretch>
            </p:blipFill>
            <p:spPr>
              <a:xfrm>
                <a:off x="2708064" y="2636208"/>
                <a:ext cx="1800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0" name="Ink 9">
                <a:extLst>
                  <a:ext uri="{FF2B5EF4-FFF2-40B4-BE49-F238E27FC236}">
                    <a16:creationId xmlns:a16="http://schemas.microsoft.com/office/drawing/2014/main" id="{6CFC4DAE-84FE-FBB2-40EF-A9C9F2F99A3A}"/>
                  </a:ext>
                </a:extLst>
              </p14:cNvPr>
              <p14:cNvContentPartPr/>
              <p14:nvPr/>
            </p14:nvContentPartPr>
            <p14:xfrm>
              <a:off x="1334664" y="2340648"/>
              <a:ext cx="360" cy="360"/>
            </p14:xfrm>
          </p:contentPart>
        </mc:Choice>
        <mc:Fallback>
          <p:pic>
            <p:nvPicPr>
              <p:cNvPr id="10" name="Ink 9">
                <a:extLst>
                  <a:ext uri="{FF2B5EF4-FFF2-40B4-BE49-F238E27FC236}">
                    <a16:creationId xmlns:a16="http://schemas.microsoft.com/office/drawing/2014/main" id="{6CFC4DAE-84FE-FBB2-40EF-A9C9F2F99A3A}"/>
                  </a:ext>
                </a:extLst>
              </p:cNvPr>
              <p:cNvPicPr/>
              <p:nvPr/>
            </p:nvPicPr>
            <p:blipFill>
              <a:blip r:embed="rId6"/>
              <a:stretch>
                <a:fillRect/>
              </a:stretch>
            </p:blipFill>
            <p:spPr>
              <a:xfrm>
                <a:off x="1245024" y="2161008"/>
                <a:ext cx="180000" cy="360000"/>
              </a:xfrm>
              <a:prstGeom prst="rect">
                <a:avLst/>
              </a:prstGeom>
            </p:spPr>
          </p:pic>
        </mc:Fallback>
      </mc:AlternateContent>
      <p:sp>
        <p:nvSpPr>
          <p:cNvPr id="11" name="TextBox 10">
            <a:extLst>
              <a:ext uri="{FF2B5EF4-FFF2-40B4-BE49-F238E27FC236}">
                <a16:creationId xmlns:a16="http://schemas.microsoft.com/office/drawing/2014/main" id="{006542EB-DF00-8B3E-398E-12D709D2DFA4}"/>
              </a:ext>
            </a:extLst>
          </p:cNvPr>
          <p:cNvSpPr txBox="1"/>
          <p:nvPr/>
        </p:nvSpPr>
        <p:spPr>
          <a:xfrm>
            <a:off x="1727684" y="1711571"/>
            <a:ext cx="2376264" cy="246221"/>
          </a:xfrm>
          <a:prstGeom prst="rect">
            <a:avLst/>
          </a:prstGeom>
          <a:noFill/>
        </p:spPr>
        <p:txBody>
          <a:bodyPr wrap="square" rtlCol="0">
            <a:spAutoFit/>
          </a:bodyPr>
          <a:lstStyle/>
          <a:p>
            <a:r>
              <a:rPr lang="en-IN" sz="1000" dirty="0"/>
              <a:t>User provides input(name of medicine)</a:t>
            </a:r>
          </a:p>
        </p:txBody>
      </p:sp>
      <p:sp>
        <p:nvSpPr>
          <p:cNvPr id="12" name="TextBox 11">
            <a:extLst>
              <a:ext uri="{FF2B5EF4-FFF2-40B4-BE49-F238E27FC236}">
                <a16:creationId xmlns:a16="http://schemas.microsoft.com/office/drawing/2014/main" id="{05EDBA78-A8C8-62D3-6DD7-D7420C60D77F}"/>
              </a:ext>
            </a:extLst>
          </p:cNvPr>
          <p:cNvSpPr txBox="1"/>
          <p:nvPr/>
        </p:nvSpPr>
        <p:spPr>
          <a:xfrm>
            <a:off x="5472100" y="2949057"/>
            <a:ext cx="2268252" cy="246221"/>
          </a:xfrm>
          <a:prstGeom prst="rect">
            <a:avLst/>
          </a:prstGeom>
          <a:noFill/>
        </p:spPr>
        <p:txBody>
          <a:bodyPr wrap="square" rtlCol="0">
            <a:spAutoFit/>
          </a:bodyPr>
          <a:lstStyle/>
          <a:p>
            <a:r>
              <a:rPr lang="en-IN" sz="1000" dirty="0"/>
              <a:t>Loads input data and processes</a:t>
            </a:r>
          </a:p>
        </p:txBody>
      </p:sp>
      <p:sp>
        <p:nvSpPr>
          <p:cNvPr id="13" name="TextBox 12">
            <a:extLst>
              <a:ext uri="{FF2B5EF4-FFF2-40B4-BE49-F238E27FC236}">
                <a16:creationId xmlns:a16="http://schemas.microsoft.com/office/drawing/2014/main" id="{F45F0144-A406-3D7C-EB3D-E145631E5F9C}"/>
              </a:ext>
            </a:extLst>
          </p:cNvPr>
          <p:cNvSpPr txBox="1"/>
          <p:nvPr/>
        </p:nvSpPr>
        <p:spPr>
          <a:xfrm>
            <a:off x="5094058" y="4041068"/>
            <a:ext cx="3024336" cy="246221"/>
          </a:xfrm>
          <a:prstGeom prst="rect">
            <a:avLst/>
          </a:prstGeom>
          <a:noFill/>
        </p:spPr>
        <p:txBody>
          <a:bodyPr wrap="square" rtlCol="0">
            <a:spAutoFit/>
          </a:bodyPr>
          <a:lstStyle/>
          <a:p>
            <a:r>
              <a:rPr lang="en-IN" sz="1000" dirty="0"/>
              <a:t>Returns the matched information about medicine</a:t>
            </a:r>
          </a:p>
        </p:txBody>
      </p:sp>
      <p:sp>
        <p:nvSpPr>
          <p:cNvPr id="16" name="TextBox 15">
            <a:extLst>
              <a:ext uri="{FF2B5EF4-FFF2-40B4-BE49-F238E27FC236}">
                <a16:creationId xmlns:a16="http://schemas.microsoft.com/office/drawing/2014/main" id="{3FDF21DB-9667-A2E0-9F06-34BE8D4B8373}"/>
              </a:ext>
            </a:extLst>
          </p:cNvPr>
          <p:cNvSpPr txBox="1"/>
          <p:nvPr/>
        </p:nvSpPr>
        <p:spPr>
          <a:xfrm>
            <a:off x="1887392" y="4900209"/>
            <a:ext cx="3366680" cy="246221"/>
          </a:xfrm>
          <a:prstGeom prst="rect">
            <a:avLst/>
          </a:prstGeom>
          <a:noFill/>
        </p:spPr>
        <p:txBody>
          <a:bodyPr wrap="square" rtlCol="0">
            <a:spAutoFit/>
          </a:bodyPr>
          <a:lstStyle/>
          <a:p>
            <a:r>
              <a:rPr lang="en-IN" sz="1000" dirty="0"/>
              <a:t>Display’s the output (info. About medicine)</a:t>
            </a:r>
          </a:p>
        </p:txBody>
      </p:sp>
      <p:sp>
        <p:nvSpPr>
          <p:cNvPr id="17" name="TextBox 16">
            <a:extLst>
              <a:ext uri="{FF2B5EF4-FFF2-40B4-BE49-F238E27FC236}">
                <a16:creationId xmlns:a16="http://schemas.microsoft.com/office/drawing/2014/main" id="{608D0D0D-C605-0067-459D-93E6DB8D940E}"/>
              </a:ext>
            </a:extLst>
          </p:cNvPr>
          <p:cNvSpPr txBox="1"/>
          <p:nvPr/>
        </p:nvSpPr>
        <p:spPr>
          <a:xfrm>
            <a:off x="2130987" y="2262498"/>
            <a:ext cx="1569657" cy="246221"/>
          </a:xfrm>
          <a:prstGeom prst="rect">
            <a:avLst/>
          </a:prstGeom>
          <a:noFill/>
        </p:spPr>
        <p:txBody>
          <a:bodyPr wrap="square" rtlCol="0">
            <a:spAutoFit/>
          </a:bodyPr>
          <a:lstStyle/>
          <a:p>
            <a:r>
              <a:rPr lang="en-IN" sz="1000" dirty="0"/>
              <a:t>Loads the data to website</a:t>
            </a:r>
          </a:p>
        </p:txBody>
      </p:sp>
      <mc:AlternateContent xmlns:mc="http://schemas.openxmlformats.org/markup-compatibility/2006">
        <mc:Choice xmlns:p14="http://schemas.microsoft.com/office/powerpoint/2010/main" Requires="p14">
          <p:contentPart p14:bwMode="auto" r:id="rId13">
            <p14:nvContentPartPr>
              <p14:cNvPr id="22" name="Ink 21">
                <a:extLst>
                  <a:ext uri="{FF2B5EF4-FFF2-40B4-BE49-F238E27FC236}">
                    <a16:creationId xmlns:a16="http://schemas.microsoft.com/office/drawing/2014/main" id="{8CA4B0C4-AEC9-E279-FBBF-8D98CEFB8D30}"/>
                  </a:ext>
                </a:extLst>
              </p14:cNvPr>
              <p14:cNvContentPartPr/>
              <p14:nvPr/>
            </p14:nvContentPartPr>
            <p14:xfrm>
              <a:off x="4222850" y="2535383"/>
              <a:ext cx="118800" cy="3240"/>
            </p14:xfrm>
          </p:contentPart>
        </mc:Choice>
        <mc:Fallback>
          <p:pic>
            <p:nvPicPr>
              <p:cNvPr id="22" name="Ink 21">
                <a:extLst>
                  <a:ext uri="{FF2B5EF4-FFF2-40B4-BE49-F238E27FC236}">
                    <a16:creationId xmlns:a16="http://schemas.microsoft.com/office/drawing/2014/main" id="{8CA4B0C4-AEC9-E279-FBBF-8D98CEFB8D30}"/>
                  </a:ext>
                </a:extLst>
              </p:cNvPr>
              <p:cNvPicPr/>
              <p:nvPr/>
            </p:nvPicPr>
            <p:blipFill>
              <a:blip r:embed="rId14"/>
              <a:stretch>
                <a:fillRect/>
              </a:stretch>
            </p:blipFill>
            <p:spPr>
              <a:xfrm>
                <a:off x="4218530" y="2531063"/>
                <a:ext cx="127440" cy="118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3" name="Ink 22">
                <a:extLst>
                  <a:ext uri="{FF2B5EF4-FFF2-40B4-BE49-F238E27FC236}">
                    <a16:creationId xmlns:a16="http://schemas.microsoft.com/office/drawing/2014/main" id="{BBF71359-A5C0-BA72-5863-5D679E4C1E81}"/>
                  </a:ext>
                </a:extLst>
              </p14:cNvPr>
              <p14:cNvContentPartPr/>
              <p14:nvPr/>
            </p14:nvContentPartPr>
            <p14:xfrm>
              <a:off x="4672850" y="1933583"/>
              <a:ext cx="121680" cy="59400"/>
            </p14:xfrm>
          </p:contentPart>
        </mc:Choice>
        <mc:Fallback>
          <p:pic>
            <p:nvPicPr>
              <p:cNvPr id="23" name="Ink 22">
                <a:extLst>
                  <a:ext uri="{FF2B5EF4-FFF2-40B4-BE49-F238E27FC236}">
                    <a16:creationId xmlns:a16="http://schemas.microsoft.com/office/drawing/2014/main" id="{BBF71359-A5C0-BA72-5863-5D679E4C1E81}"/>
                  </a:ext>
                </a:extLst>
              </p:cNvPr>
              <p:cNvPicPr/>
              <p:nvPr/>
            </p:nvPicPr>
            <p:blipFill>
              <a:blip r:embed="rId16"/>
              <a:stretch>
                <a:fillRect/>
              </a:stretch>
            </p:blipFill>
            <p:spPr>
              <a:xfrm>
                <a:off x="4668530" y="1929263"/>
                <a:ext cx="130320" cy="680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4" name="Ink 23">
                <a:extLst>
                  <a:ext uri="{FF2B5EF4-FFF2-40B4-BE49-F238E27FC236}">
                    <a16:creationId xmlns:a16="http://schemas.microsoft.com/office/drawing/2014/main" id="{7FFB1527-3DA2-8FBE-1E13-9F9E1D15C5E1}"/>
                  </a:ext>
                </a:extLst>
              </p14:cNvPr>
              <p14:cNvContentPartPr/>
              <p14:nvPr/>
            </p14:nvContentPartPr>
            <p14:xfrm>
              <a:off x="10828269" y="2136752"/>
              <a:ext cx="360" cy="360"/>
            </p14:xfrm>
          </p:contentPart>
        </mc:Choice>
        <mc:Fallback>
          <p:pic>
            <p:nvPicPr>
              <p:cNvPr id="24" name="Ink 23">
                <a:extLst>
                  <a:ext uri="{FF2B5EF4-FFF2-40B4-BE49-F238E27FC236}">
                    <a16:creationId xmlns:a16="http://schemas.microsoft.com/office/drawing/2014/main" id="{7FFB1527-3DA2-8FBE-1E13-9F9E1D15C5E1}"/>
                  </a:ext>
                </a:extLst>
              </p:cNvPr>
              <p:cNvPicPr/>
              <p:nvPr/>
            </p:nvPicPr>
            <p:blipFill>
              <a:blip r:embed="rId18"/>
              <a:stretch>
                <a:fillRect/>
              </a:stretch>
            </p:blipFill>
            <p:spPr>
              <a:xfrm>
                <a:off x="10823949" y="2132432"/>
                <a:ext cx="9000" cy="9000"/>
              </a:xfrm>
              <a:prstGeom prst="rect">
                <a:avLst/>
              </a:prstGeom>
            </p:spPr>
          </p:pic>
        </mc:Fallback>
      </mc:AlternateContent>
    </p:spTree>
    <p:custDataLst>
      <p:tags r:id="rId1"/>
    </p:custDataLst>
    <p:extLst>
      <p:ext uri="{BB962C8B-B14F-4D97-AF65-F5344CB8AC3E}">
        <p14:creationId xmlns:p14="http://schemas.microsoft.com/office/powerpoint/2010/main" val="193178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sp>
        <p:nvSpPr>
          <p:cNvPr id="3" name="Content Placeholder 2"/>
          <p:cNvSpPr>
            <a:spLocks noGrp="1"/>
          </p:cNvSpPr>
          <p:nvPr>
            <p:ph idx="1"/>
          </p:nvPr>
        </p:nvSpPr>
        <p:spPr/>
        <p:txBody>
          <a:bodyPr>
            <a:normAutofit/>
          </a:bodyPr>
          <a:lstStyle/>
          <a:p>
            <a:pPr marL="0" indent="0">
              <a:buNone/>
            </a:pPr>
            <a:r>
              <a:rPr lang="en-US" b="1" dirty="0">
                <a:latin typeface="Times New Roman" panose="02020603050405020304" pitchFamily="18" charset="0"/>
              </a:rPr>
              <a:t>Main Process: </a:t>
            </a:r>
          </a:p>
          <a:p>
            <a:pPr marL="0" indent="0">
              <a:buNone/>
            </a:pPr>
            <a:endParaRPr lang="en-US" b="1" dirty="0">
              <a:latin typeface="Times New Roman" panose="02020603050405020304" pitchFamily="18" charset="0"/>
            </a:endParaRPr>
          </a:p>
          <a:p>
            <a:pPr marL="0" indent="0">
              <a:buNone/>
            </a:pPr>
            <a:endParaRPr lang="en-US" b="1" dirty="0">
              <a:latin typeface="Times New Roman" panose="02020603050405020304" pitchFamily="18" charset="0"/>
            </a:endParaRPr>
          </a:p>
          <a:p>
            <a:pPr marL="0" indent="0">
              <a:buNone/>
            </a:pPr>
            <a:endParaRPr lang="en-US" b="1" dirty="0">
              <a:latin typeface="Times New Roman" panose="02020603050405020304" pitchFamily="18" charset="0"/>
            </a:endParaRPr>
          </a:p>
        </p:txBody>
      </p:sp>
      <p:sp>
        <p:nvSpPr>
          <p:cNvPr id="4" name="Rectangle 1">
            <a:extLst>
              <a:ext uri="{FF2B5EF4-FFF2-40B4-BE49-F238E27FC236}">
                <a16:creationId xmlns:a16="http://schemas.microsoft.com/office/drawing/2014/main" id="{C1C72886-2B3B-D9A0-0114-3253168D0467}"/>
              </a:ext>
            </a:extLst>
          </p:cNvPr>
          <p:cNvSpPr>
            <a:spLocks noChangeArrowheads="1"/>
          </p:cNvSpPr>
          <p:nvPr/>
        </p:nvSpPr>
        <p:spPr bwMode="auto">
          <a:xfrm>
            <a:off x="287524" y="2941787"/>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6B4D2ACA-770B-8CBB-5501-0BD1C41E438D}"/>
              </a:ext>
            </a:extLst>
          </p:cNvPr>
          <p:cNvSpPr>
            <a:spLocks noChangeArrowheads="1"/>
          </p:cNvSpPr>
          <p:nvPr/>
        </p:nvSpPr>
        <p:spPr bwMode="auto">
          <a:xfrm>
            <a:off x="190500" y="587299"/>
            <a:ext cx="7494424"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i="0" u="none" strike="noStrike" cap="none" normalizeH="0" baseline="0" dirty="0">
                <a:ln>
                  <a:noFill/>
                </a:ln>
                <a:solidFill>
                  <a:schemeClr val="tx1"/>
                </a:solidFill>
                <a:effectLst/>
                <a:latin typeface="Arial" panose="020B0604020202020204" pitchFamily="34" charset="0"/>
              </a:rPr>
              <a:t>Collect Email</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The bot prompts the user to enter their email address.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i="0" u="none" strike="noStrike" cap="none" normalizeH="0" baseline="0" dirty="0">
                <a:ln>
                  <a:noFill/>
                </a:ln>
                <a:solidFill>
                  <a:schemeClr val="tx1"/>
                </a:solidFill>
                <a:effectLst/>
                <a:latin typeface="Arial" panose="020B0604020202020204" pitchFamily="34" charset="0"/>
              </a:rPr>
              <a:t>Collect Drug Name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The bot then asks the user to provide the drug name.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spcBef>
                <a:spcPct val="0"/>
              </a:spcBef>
              <a:spcAft>
                <a:spcPct val="0"/>
              </a:spcAft>
            </a:pPr>
            <a:r>
              <a:rPr kumimoji="0" lang="en-US" altLang="en-US" sz="1800" i="0" u="none" strike="noStrike" cap="none" normalizeH="0" baseline="0" dirty="0">
                <a:ln>
                  <a:noFill/>
                </a:ln>
                <a:solidFill>
                  <a:schemeClr val="tx1"/>
                </a:solidFill>
                <a:effectLst/>
                <a:latin typeface="Arial" panose="020B0604020202020204" pitchFamily="34" charset="0"/>
              </a:rPr>
              <a:t>3.Web Automation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Using the drug name, the bot searches online pharmaceutical websites.</a:t>
            </a:r>
          </a:p>
          <a:p>
            <a:pPr eaLnBrk="0" fontAlgn="base" hangingPunct="0">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spcBef>
                <a:spcPct val="0"/>
              </a:spcBef>
              <a:spcAft>
                <a:spcPct val="0"/>
              </a:spcAft>
            </a:pPr>
            <a:r>
              <a:rPr lang="en-US" altLang="en-US" dirty="0">
                <a:latin typeface="Arial" panose="020B0604020202020204" pitchFamily="34" charset="0"/>
              </a:rPr>
              <a:t>4.</a:t>
            </a:r>
            <a:r>
              <a:rPr kumimoji="0" lang="en-US" altLang="en-US" i="0" u="none" strike="noStrike" cap="none" normalizeH="0" baseline="0" dirty="0">
                <a:ln>
                  <a:noFill/>
                </a:ln>
                <a:solidFill>
                  <a:schemeClr val="tx1"/>
                </a:solidFill>
                <a:effectLst/>
                <a:latin typeface="Arial" panose="020B0604020202020204" pitchFamily="34" charset="0"/>
              </a:rPr>
              <a:t>Data Extraction</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The bot retrieves details like brand names and prices.</a:t>
            </a:r>
          </a:p>
          <a:p>
            <a:pPr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i="0" u="none" strike="noStrike" cap="none" normalizeH="0" baseline="0" dirty="0">
                <a:ln>
                  <a:noFill/>
                </a:ln>
                <a:solidFill>
                  <a:schemeClr val="tx1"/>
                </a:solidFill>
                <a:effectLst/>
                <a:latin typeface="Arial" panose="020B0604020202020204" pitchFamily="34" charset="0"/>
              </a:rPr>
              <a:t>Display Results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The extracted information is shown to the user in their Chrome browser.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0F4B7B2E-DCAA-075C-F72D-B372FD53C64B}"/>
                  </a:ext>
                </a:extLst>
              </p14:cNvPr>
              <p14:cNvContentPartPr/>
              <p14:nvPr/>
            </p14:nvContentPartPr>
            <p14:xfrm>
              <a:off x="-1414971" y="3618872"/>
              <a:ext cx="360" cy="360"/>
            </p14:xfrm>
          </p:contentPart>
        </mc:Choice>
        <mc:Fallback>
          <p:pic>
            <p:nvPicPr>
              <p:cNvPr id="6" name="Ink 5">
                <a:extLst>
                  <a:ext uri="{FF2B5EF4-FFF2-40B4-BE49-F238E27FC236}">
                    <a16:creationId xmlns:a16="http://schemas.microsoft.com/office/drawing/2014/main" id="{0F4B7B2E-DCAA-075C-F72D-B372FD53C64B}"/>
                  </a:ext>
                </a:extLst>
              </p:cNvPr>
              <p:cNvPicPr/>
              <p:nvPr/>
            </p:nvPicPr>
            <p:blipFill>
              <a:blip r:embed="rId5"/>
              <a:stretch>
                <a:fillRect/>
              </a:stretch>
            </p:blipFill>
            <p:spPr>
              <a:xfrm>
                <a:off x="-1504971" y="3438872"/>
                <a:ext cx="1800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AA5C1D4B-8C67-60C2-AC87-00DDBC3C3281}"/>
                  </a:ext>
                </a:extLst>
              </p14:cNvPr>
              <p14:cNvContentPartPr/>
              <p14:nvPr/>
            </p14:nvContentPartPr>
            <p14:xfrm>
              <a:off x="-972531" y="1125872"/>
              <a:ext cx="360" cy="360"/>
            </p14:xfrm>
          </p:contentPart>
        </mc:Choice>
        <mc:Fallback>
          <p:pic>
            <p:nvPicPr>
              <p:cNvPr id="7" name="Ink 6">
                <a:extLst>
                  <a:ext uri="{FF2B5EF4-FFF2-40B4-BE49-F238E27FC236}">
                    <a16:creationId xmlns:a16="http://schemas.microsoft.com/office/drawing/2014/main" id="{AA5C1D4B-8C67-60C2-AC87-00DDBC3C3281}"/>
                  </a:ext>
                </a:extLst>
              </p:cNvPr>
              <p:cNvPicPr/>
              <p:nvPr/>
            </p:nvPicPr>
            <p:blipFill>
              <a:blip r:embed="rId5"/>
              <a:stretch>
                <a:fillRect/>
              </a:stretch>
            </p:blipFill>
            <p:spPr>
              <a:xfrm>
                <a:off x="-1062171" y="946232"/>
                <a:ext cx="1800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8" name="Ink 7">
                <a:extLst>
                  <a:ext uri="{FF2B5EF4-FFF2-40B4-BE49-F238E27FC236}">
                    <a16:creationId xmlns:a16="http://schemas.microsoft.com/office/drawing/2014/main" id="{A24DD852-F707-222C-9BD5-3D1F0067BEFB}"/>
                  </a:ext>
                </a:extLst>
              </p14:cNvPr>
              <p14:cNvContentPartPr/>
              <p14:nvPr/>
            </p14:nvContentPartPr>
            <p14:xfrm>
              <a:off x="1492029" y="2973752"/>
              <a:ext cx="360" cy="360"/>
            </p14:xfrm>
          </p:contentPart>
        </mc:Choice>
        <mc:Fallback>
          <p:pic>
            <p:nvPicPr>
              <p:cNvPr id="8" name="Ink 7">
                <a:extLst>
                  <a:ext uri="{FF2B5EF4-FFF2-40B4-BE49-F238E27FC236}">
                    <a16:creationId xmlns:a16="http://schemas.microsoft.com/office/drawing/2014/main" id="{A24DD852-F707-222C-9BD5-3D1F0067BEFB}"/>
                  </a:ext>
                </a:extLst>
              </p:cNvPr>
              <p:cNvPicPr/>
              <p:nvPr/>
            </p:nvPicPr>
            <p:blipFill>
              <a:blip r:embed="rId5"/>
              <a:stretch>
                <a:fillRect/>
              </a:stretch>
            </p:blipFill>
            <p:spPr>
              <a:xfrm>
                <a:off x="1402029" y="2794112"/>
                <a:ext cx="180000" cy="360000"/>
              </a:xfrm>
              <a:prstGeom prst="rect">
                <a:avLst/>
              </a:prstGeom>
            </p:spPr>
          </p:pic>
        </mc:Fallback>
      </mc:AlternateContent>
    </p:spTree>
    <p:custDataLst>
      <p:tags r:id="rId1"/>
    </p:custDataLst>
    <p:extLst>
      <p:ext uri="{BB962C8B-B14F-4D97-AF65-F5344CB8AC3E}">
        <p14:creationId xmlns:p14="http://schemas.microsoft.com/office/powerpoint/2010/main" val="3023427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E26D2D1-516B-D48F-FC6B-44A0A11A6EA2}"/>
              </a:ext>
            </a:extLst>
          </p:cNvPr>
          <p:cNvSpPr>
            <a:spLocks noGrp="1"/>
          </p:cNvSpPr>
          <p:nvPr>
            <p:ph type="ftr" sz="quarter" idx="11"/>
          </p:nvPr>
        </p:nvSpPr>
        <p:spPr>
          <a:xfrm>
            <a:off x="2807804" y="404664"/>
            <a:ext cx="2895600" cy="365125"/>
          </a:xfrm>
        </p:spPr>
        <p:txBody>
          <a:bodyPr/>
          <a:lstStyle/>
          <a:p>
            <a:r>
              <a:rPr lang="en-US" sz="3200" b="1" dirty="0">
                <a:latin typeface="72 Black" panose="020B0A04030603020204" pitchFamily="34" charset="0"/>
                <a:cs typeface="72 Black" panose="020B0A04030603020204" pitchFamily="34" charset="0"/>
              </a:rPr>
              <a:t>WORK FLOW</a:t>
            </a:r>
          </a:p>
        </p:txBody>
      </p:sp>
      <p:pic>
        <p:nvPicPr>
          <p:cNvPr id="4" name="Image 12">
            <a:extLst>
              <a:ext uri="{FF2B5EF4-FFF2-40B4-BE49-F238E27FC236}">
                <a16:creationId xmlns:a16="http://schemas.microsoft.com/office/drawing/2014/main" id="{8D7D90C9-0C5C-083D-F407-37C96422A8DC}"/>
              </a:ext>
            </a:extLst>
          </p:cNvPr>
          <p:cNvPicPr>
            <a:picLocks/>
          </p:cNvPicPr>
          <p:nvPr/>
        </p:nvPicPr>
        <p:blipFill>
          <a:blip r:embed="rId2" cstate="print"/>
          <a:stretch>
            <a:fillRect/>
          </a:stretch>
        </p:blipFill>
        <p:spPr>
          <a:xfrm>
            <a:off x="503548" y="1376772"/>
            <a:ext cx="3521989" cy="3312368"/>
          </a:xfrm>
          <a:prstGeom prst="rect">
            <a:avLst/>
          </a:prstGeom>
        </p:spPr>
      </p:pic>
      <p:pic>
        <p:nvPicPr>
          <p:cNvPr id="6" name="Picture 5">
            <a:extLst>
              <a:ext uri="{FF2B5EF4-FFF2-40B4-BE49-F238E27FC236}">
                <a16:creationId xmlns:a16="http://schemas.microsoft.com/office/drawing/2014/main" id="{901C3E34-D229-2885-8151-0A10341AAC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27984" y="1376772"/>
            <a:ext cx="4378941" cy="3205448"/>
          </a:xfrm>
          <a:prstGeom prst="rect">
            <a:avLst/>
          </a:prstGeom>
        </p:spPr>
      </p:pic>
    </p:spTree>
    <p:extLst>
      <p:ext uri="{BB962C8B-B14F-4D97-AF65-F5344CB8AC3E}">
        <p14:creationId xmlns:p14="http://schemas.microsoft.com/office/powerpoint/2010/main" val="3852531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A26F475-FB46-8DAC-683F-D9153A5D10C4}"/>
              </a:ext>
            </a:extLst>
          </p:cNvPr>
          <p:cNvSpPr>
            <a:spLocks noGrp="1"/>
          </p:cNvSpPr>
          <p:nvPr>
            <p:ph type="ftr" sz="quarter" idx="11"/>
          </p:nvPr>
        </p:nvSpPr>
        <p:spPr>
          <a:xfrm>
            <a:off x="575556" y="512676"/>
            <a:ext cx="2895600" cy="365125"/>
          </a:xfrm>
        </p:spPr>
        <p:txBody>
          <a:bodyPr/>
          <a:lstStyle/>
          <a:p>
            <a:r>
              <a:rPr lang="en-US" sz="2800" b="1" dirty="0">
                <a:solidFill>
                  <a:schemeClr val="tx1"/>
                </a:solidFill>
              </a:rPr>
              <a:t>SAMPLE INPUT:</a:t>
            </a:r>
          </a:p>
        </p:txBody>
      </p:sp>
      <p:pic>
        <p:nvPicPr>
          <p:cNvPr id="4" name="Picture 3">
            <a:extLst>
              <a:ext uri="{FF2B5EF4-FFF2-40B4-BE49-F238E27FC236}">
                <a16:creationId xmlns:a16="http://schemas.microsoft.com/office/drawing/2014/main" id="{7E2E76C8-C96D-013D-6E21-82EC369C68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36" y="1376772"/>
            <a:ext cx="4500500" cy="2585033"/>
          </a:xfrm>
          <a:prstGeom prst="rect">
            <a:avLst/>
          </a:prstGeom>
        </p:spPr>
      </p:pic>
      <p:pic>
        <p:nvPicPr>
          <p:cNvPr id="6" name="Picture 5">
            <a:extLst>
              <a:ext uri="{FF2B5EF4-FFF2-40B4-BE49-F238E27FC236}">
                <a16:creationId xmlns:a16="http://schemas.microsoft.com/office/drawing/2014/main" id="{1216C16C-08E3-2690-D951-2599BEB0EF97}"/>
              </a:ext>
            </a:extLst>
          </p:cNvPr>
          <p:cNvPicPr>
            <a:picLocks noChangeAspect="1"/>
          </p:cNvPicPr>
          <p:nvPr/>
        </p:nvPicPr>
        <p:blipFill>
          <a:blip r:embed="rId3">
            <a:extLst>
              <a:ext uri="{28A0092B-C50C-407E-A947-70E740481C1C}">
                <a14:useLocalDpi xmlns:a14="http://schemas.microsoft.com/office/drawing/2010/main" val="0"/>
              </a:ext>
            </a:extLst>
          </a:blip>
          <a:srcRect l="22819" t="5721" r="17450" b="23761"/>
          <a:stretch/>
        </p:blipFill>
        <p:spPr>
          <a:xfrm>
            <a:off x="5652120" y="1121116"/>
            <a:ext cx="3204356" cy="3096344"/>
          </a:xfrm>
          <a:prstGeom prst="rect">
            <a:avLst/>
          </a:prstGeom>
        </p:spPr>
      </p:pic>
    </p:spTree>
    <p:extLst>
      <p:ext uri="{BB962C8B-B14F-4D97-AF65-F5344CB8AC3E}">
        <p14:creationId xmlns:p14="http://schemas.microsoft.com/office/powerpoint/2010/main" val="303500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5C34AC4-AA69-9B8D-9618-BEF607CF1CB7}"/>
              </a:ext>
            </a:extLst>
          </p:cNvPr>
          <p:cNvSpPr txBox="1"/>
          <p:nvPr/>
        </p:nvSpPr>
        <p:spPr>
          <a:xfrm>
            <a:off x="359532" y="368660"/>
            <a:ext cx="4572000" cy="461665"/>
          </a:xfrm>
          <a:prstGeom prst="rect">
            <a:avLst/>
          </a:prstGeom>
          <a:noFill/>
        </p:spPr>
        <p:txBody>
          <a:bodyPr wrap="square">
            <a:spAutoFit/>
          </a:bodyPr>
          <a:lstStyle/>
          <a:p>
            <a:r>
              <a:rPr lang="en-IN" sz="2400" b="1" dirty="0"/>
              <a:t>SAMPLE OUTPUT</a:t>
            </a:r>
            <a:r>
              <a:rPr lang="en-IN" sz="1800" b="1" dirty="0"/>
              <a:t>:</a:t>
            </a:r>
            <a:endParaRPr lang="en-IN" dirty="0"/>
          </a:p>
        </p:txBody>
      </p:sp>
      <p:sp>
        <p:nvSpPr>
          <p:cNvPr id="7" name="TextBox 6">
            <a:extLst>
              <a:ext uri="{FF2B5EF4-FFF2-40B4-BE49-F238E27FC236}">
                <a16:creationId xmlns:a16="http://schemas.microsoft.com/office/drawing/2014/main" id="{2D6361AA-5556-4F5D-4EB1-E623146084F6}"/>
              </a:ext>
            </a:extLst>
          </p:cNvPr>
          <p:cNvSpPr txBox="1"/>
          <p:nvPr/>
        </p:nvSpPr>
        <p:spPr>
          <a:xfrm>
            <a:off x="2286000" y="560203"/>
            <a:ext cx="4572000" cy="307777"/>
          </a:xfrm>
          <a:prstGeom prst="rect">
            <a:avLst/>
          </a:prstGeom>
          <a:noFill/>
        </p:spPr>
        <p:txBody>
          <a:bodyPr wrap="square">
            <a:spAutoFit/>
          </a:bodyPr>
          <a:lstStyle/>
          <a:p>
            <a:pPr>
              <a:spcBef>
                <a:spcPts val="1475"/>
              </a:spcBef>
            </a:pPr>
            <a:r>
              <a:rPr lang="en-US" sz="1400" dirty="0">
                <a:effectLst/>
                <a:latin typeface="Times New Roman" panose="02020603050405020304" pitchFamily="18" charset="0"/>
                <a:ea typeface="Times New Roman" panose="02020603050405020304" pitchFamily="18" charset="0"/>
              </a:rPr>
              <a:t> </a:t>
            </a:r>
            <a:endParaRPr lang="en-IN" sz="1400" dirty="0">
              <a:effectLst/>
              <a:latin typeface="Times New Roman" panose="02020603050405020304" pitchFamily="18" charset="0"/>
              <a:ea typeface="Times New Roman" panose="02020603050405020304" pitchFamily="18" charset="0"/>
            </a:endParaRPr>
          </a:p>
        </p:txBody>
      </p:sp>
      <p:pic>
        <p:nvPicPr>
          <p:cNvPr id="9" name="Picture 8">
            <a:extLst>
              <a:ext uri="{FF2B5EF4-FFF2-40B4-BE49-F238E27FC236}">
                <a16:creationId xmlns:a16="http://schemas.microsoft.com/office/drawing/2014/main" id="{42E6FC7D-8ABD-A8B8-B192-4C8D4DEFE310}"/>
              </a:ext>
            </a:extLst>
          </p:cNvPr>
          <p:cNvPicPr>
            <a:picLocks noChangeAspect="1"/>
          </p:cNvPicPr>
          <p:nvPr/>
        </p:nvPicPr>
        <p:blipFill>
          <a:blip r:embed="rId2"/>
          <a:stretch>
            <a:fillRect/>
          </a:stretch>
        </p:blipFill>
        <p:spPr>
          <a:xfrm>
            <a:off x="1879915" y="1268760"/>
            <a:ext cx="5384169" cy="3987011"/>
          </a:xfrm>
          <a:prstGeom prst="rect">
            <a:avLst/>
          </a:prstGeom>
        </p:spPr>
      </p:pic>
    </p:spTree>
    <p:extLst>
      <p:ext uri="{BB962C8B-B14F-4D97-AF65-F5344CB8AC3E}">
        <p14:creationId xmlns:p14="http://schemas.microsoft.com/office/powerpoint/2010/main" val="14233583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98F6D72-FD43-619E-E3CC-F7E0F54669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332656"/>
            <a:ext cx="4367403" cy="2719517"/>
          </a:xfrm>
          <a:prstGeom prst="rect">
            <a:avLst/>
          </a:prstGeom>
        </p:spPr>
      </p:pic>
      <p:pic>
        <p:nvPicPr>
          <p:cNvPr id="6" name="Picture 5">
            <a:extLst>
              <a:ext uri="{FF2B5EF4-FFF2-40B4-BE49-F238E27FC236}">
                <a16:creationId xmlns:a16="http://schemas.microsoft.com/office/drawing/2014/main" id="{63373792-E1B2-084A-0630-97185DFFCA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3429000"/>
            <a:ext cx="4212742" cy="3235439"/>
          </a:xfrm>
          <a:prstGeom prst="rect">
            <a:avLst/>
          </a:prstGeom>
        </p:spPr>
      </p:pic>
    </p:spTree>
    <p:extLst>
      <p:ext uri="{BB962C8B-B14F-4D97-AF65-F5344CB8AC3E}">
        <p14:creationId xmlns:p14="http://schemas.microsoft.com/office/powerpoint/2010/main" val="17594637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a:xfrm>
            <a:off x="190500" y="1124744"/>
            <a:ext cx="8763000" cy="5334000"/>
          </a:xfrm>
        </p:spPr>
        <p:txBody>
          <a:bodyPr>
            <a:normAutofit lnSpcReduction="10000"/>
          </a:bodyPr>
          <a:lstStyle/>
          <a:p>
            <a:pPr marL="316865" marR="758825">
              <a:lnSpc>
                <a:spcPct val="150000"/>
              </a:lnSpc>
            </a:pPr>
            <a:r>
              <a:rPr lang="en-US" sz="1800" dirty="0">
                <a:effectLst/>
                <a:latin typeface="Times New Roman" panose="02020603050405020304" pitchFamily="18" charset="0"/>
                <a:ea typeface="Times New Roman" panose="02020603050405020304" pitchFamily="18" charset="0"/>
              </a:rPr>
              <a:t>The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'Drug</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Seeker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Bot'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is</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efficient</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tool</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for</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retrieving</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drug-related</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information,</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such as brand names, prices, and availability, by leveraging web scraping and natural language processing (NLP). It successfully provides users with accurate and relevant drug details based on their inputs, improving accessibility to pharmaceutical data.</a:t>
            </a:r>
            <a:endParaRPr lang="en-IN" sz="1800" dirty="0">
              <a:effectLst/>
              <a:latin typeface="Times New Roman" panose="02020603050405020304" pitchFamily="18" charset="0"/>
              <a:ea typeface="Times New Roman" panose="02020603050405020304" pitchFamily="18" charset="0"/>
            </a:endParaRPr>
          </a:p>
          <a:p>
            <a:pPr marL="316865" marR="639445">
              <a:lnSpc>
                <a:spcPct val="150000"/>
              </a:lnSpc>
              <a:spcBef>
                <a:spcPts val="5"/>
              </a:spcBef>
            </a:pPr>
            <a:r>
              <a:rPr lang="en-US" sz="1800" dirty="0">
                <a:effectLst/>
                <a:latin typeface="Times New Roman" panose="02020603050405020304" pitchFamily="18" charset="0"/>
                <a:ea typeface="Times New Roman" panose="02020603050405020304" pitchFamily="18" charset="0"/>
              </a:rPr>
              <a:t>However, the bot faces limitations such as dependency on external websites, handling dynamic content, and scalability issues under high demand. Despite these challenges, the bot has shown strong potential for real-world applications in assisting users with quick and easy access to drug information. Future improvements could focus on expanding data sources, enhancing NLP capabilities, and optimizing for scalability and real-time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data</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updates.</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Overall,</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project</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successfully</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demonstrates</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capabilities</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 RPA and AI in the healthcare and pharmaceutical domains, with room for growth and </a:t>
            </a:r>
            <a:r>
              <a:rPr lang="en-US" sz="1800" spc="-10" dirty="0">
                <a:effectLst/>
                <a:latin typeface="Times New Roman" panose="02020603050405020304" pitchFamily="18" charset="0"/>
                <a:ea typeface="Times New Roman" panose="02020603050405020304" pitchFamily="18" charset="0"/>
              </a:rPr>
              <a:t>refinement.</a:t>
            </a:r>
            <a:endParaRPr lang="en-IN" sz="1800" dirty="0">
              <a:effectLst/>
              <a:latin typeface="Times New Roman" panose="02020603050405020304" pitchFamily="18" charset="0"/>
              <a:ea typeface="Times New Roman" panose="02020603050405020304" pitchFamily="18" charset="0"/>
            </a:endParaRPr>
          </a:p>
          <a:p>
            <a:endParaRPr lang="en-US" dirty="0"/>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p>
        </p:txBody>
      </p:sp>
      <p:sp>
        <p:nvSpPr>
          <p:cNvPr id="4" name="TextBox 3">
            <a:extLst>
              <a:ext uri="{FF2B5EF4-FFF2-40B4-BE49-F238E27FC236}">
                <a16:creationId xmlns:a16="http://schemas.microsoft.com/office/drawing/2014/main" id="{432C6E6A-3BB7-7D08-1BA5-1546B663C187}"/>
              </a:ext>
            </a:extLst>
          </p:cNvPr>
          <p:cNvSpPr txBox="1"/>
          <p:nvPr/>
        </p:nvSpPr>
        <p:spPr>
          <a:xfrm>
            <a:off x="-324544" y="866215"/>
            <a:ext cx="9937104" cy="5228163"/>
          </a:xfrm>
          <a:prstGeom prst="rect">
            <a:avLst/>
          </a:prstGeom>
          <a:noFill/>
        </p:spPr>
        <p:txBody>
          <a:bodyPr wrap="square" rtlCol="0">
            <a:spAutoFit/>
          </a:bodyPr>
          <a:lstStyle/>
          <a:p>
            <a:pPr>
              <a:spcBef>
                <a:spcPts val="1475"/>
              </a:spcBef>
            </a:pPr>
            <a:r>
              <a:rPr lang="en-US" sz="1400" dirty="0">
                <a:effectLst/>
                <a:latin typeface="Times New Roman" panose="02020603050405020304" pitchFamily="18" charset="0"/>
                <a:ea typeface="Times New Roman" panose="02020603050405020304" pitchFamily="18" charset="0"/>
              </a:rPr>
              <a:t> </a:t>
            </a:r>
            <a:endParaRPr lang="en-IN" sz="2400" dirty="0">
              <a:effectLst/>
              <a:latin typeface="Times New Roman" panose="02020603050405020304" pitchFamily="18" charset="0"/>
              <a:ea typeface="Times New Roman" panose="02020603050405020304" pitchFamily="18" charset="0"/>
            </a:endParaRPr>
          </a:p>
          <a:p>
            <a:pPr marL="1143000" lvl="2" indent="-228600" algn="just">
              <a:buSzPts val="1400"/>
              <a:buFont typeface="Symbol" panose="05050102010706020507" pitchFamily="18" charset="2"/>
              <a:buChar char=""/>
              <a:tabLst>
                <a:tab pos="671195" algn="l"/>
              </a:tabLst>
            </a:pPr>
            <a:r>
              <a:rPr lang="en-US" sz="2000" spc="0" dirty="0">
                <a:effectLst/>
                <a:latin typeface="Times New Roman" panose="02020603050405020304" pitchFamily="18" charset="0"/>
                <a:ea typeface="Symbol" panose="05050102010706020507" pitchFamily="18" charset="2"/>
                <a:cs typeface="Symbol" panose="05050102010706020507" pitchFamily="18" charset="2"/>
              </a:rPr>
              <a:t>Expanding</a:t>
            </a:r>
            <a:r>
              <a:rPr lang="en-US" sz="2000" spc="5" dirty="0">
                <a:effectLst/>
                <a:latin typeface="Times New Roman" panose="02020603050405020304" pitchFamily="18" charset="0"/>
                <a:ea typeface="Symbol" panose="05050102010706020507" pitchFamily="18" charset="2"/>
                <a:cs typeface="Symbol" panose="05050102010706020507" pitchFamily="18" charset="2"/>
              </a:rPr>
              <a:t> </a:t>
            </a:r>
            <a:r>
              <a:rPr lang="en-US" sz="2000" spc="0" dirty="0">
                <a:effectLst/>
                <a:latin typeface="Times New Roman" panose="02020603050405020304" pitchFamily="18" charset="0"/>
                <a:ea typeface="Symbol" panose="05050102010706020507" pitchFamily="18" charset="2"/>
                <a:cs typeface="Symbol" panose="05050102010706020507" pitchFamily="18" charset="2"/>
              </a:rPr>
              <a:t>Data</a:t>
            </a:r>
            <a:r>
              <a:rPr lang="en-US" sz="2000" spc="5" dirty="0">
                <a:effectLst/>
                <a:latin typeface="Times New Roman" panose="02020603050405020304" pitchFamily="18" charset="0"/>
                <a:ea typeface="Symbol" panose="05050102010706020507" pitchFamily="18" charset="2"/>
                <a:cs typeface="Symbol" panose="05050102010706020507" pitchFamily="18" charset="2"/>
              </a:rPr>
              <a:t> </a:t>
            </a:r>
            <a:r>
              <a:rPr lang="en-US" sz="2000" spc="-10" dirty="0">
                <a:effectLst/>
                <a:latin typeface="Times New Roman" panose="02020603050405020304" pitchFamily="18" charset="0"/>
                <a:ea typeface="Symbol" panose="05050102010706020507" pitchFamily="18" charset="2"/>
                <a:cs typeface="Symbol" panose="05050102010706020507" pitchFamily="18" charset="2"/>
              </a:rPr>
              <a:t>Sources:</a:t>
            </a:r>
            <a:endParaRPr lang="en-IN" sz="2000" spc="0" dirty="0">
              <a:effectLst/>
              <a:latin typeface="Times New Roman" panose="02020603050405020304" pitchFamily="18" charset="0"/>
              <a:ea typeface="Symbol" panose="05050102010706020507" pitchFamily="18" charset="2"/>
              <a:cs typeface="Symbol" panose="05050102010706020507" pitchFamily="18" charset="2"/>
            </a:endParaRPr>
          </a:p>
          <a:p>
            <a:pPr marL="671195" marR="1171575" algn="just">
              <a:lnSpc>
                <a:spcPct val="150000"/>
              </a:lnSpc>
              <a:spcBef>
                <a:spcPts val="810"/>
              </a:spcBef>
            </a:pPr>
            <a:r>
              <a:rPr lang="en-US" sz="2000" dirty="0">
                <a:effectLst/>
                <a:latin typeface="Times New Roman" panose="02020603050405020304" pitchFamily="18" charset="0"/>
                <a:ea typeface="Times New Roman" panose="02020603050405020304" pitchFamily="18" charset="0"/>
              </a:rPr>
              <a:t> Integrate</a:t>
            </a:r>
            <a:r>
              <a:rPr lang="en-US" sz="2000" spc="-2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additional</a:t>
            </a:r>
            <a:r>
              <a:rPr lang="en-US" sz="2000" spc="-2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pharmaceutical</a:t>
            </a:r>
            <a:r>
              <a:rPr lang="en-US" sz="2000" spc="-2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websites,</a:t>
            </a:r>
            <a:r>
              <a:rPr lang="en-US" sz="2000" spc="-2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databases,</a:t>
            </a:r>
            <a:r>
              <a:rPr lang="en-US" sz="2000" spc="-2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and</a:t>
            </a:r>
            <a:r>
              <a:rPr lang="en-US" sz="2000" spc="-25"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e- commerce platforms to provide a wider range of drug information, ensuring more comprehensive results for users.</a:t>
            </a:r>
            <a:endParaRPr lang="en-IN" sz="2000" dirty="0">
              <a:effectLst/>
              <a:latin typeface="Times New Roman" panose="02020603050405020304" pitchFamily="18" charset="0"/>
              <a:ea typeface="Times New Roman" panose="02020603050405020304" pitchFamily="18" charset="0"/>
            </a:endParaRPr>
          </a:p>
          <a:p>
            <a:pPr marL="671195" marR="758825" algn="just">
              <a:lnSpc>
                <a:spcPct val="150000"/>
              </a:lnSpc>
              <a:spcBef>
                <a:spcPts val="15"/>
              </a:spcBef>
            </a:pPr>
            <a:r>
              <a:rPr lang="en-US" sz="2000" dirty="0">
                <a:effectLst/>
                <a:latin typeface="Times New Roman" panose="02020603050405020304" pitchFamily="18" charset="0"/>
                <a:ea typeface="Times New Roman" panose="02020603050405020304" pitchFamily="18" charset="0"/>
              </a:rPr>
              <a:t>Include</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government</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and</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regulatory</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sites</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for</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verified</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drug</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details,</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improving</a:t>
            </a:r>
          </a:p>
          <a:p>
            <a:pPr marL="671195" marR="758825" algn="just">
              <a:lnSpc>
                <a:spcPct val="150000"/>
              </a:lnSpc>
              <a:spcBef>
                <a:spcPts val="15"/>
              </a:spcBef>
            </a:pPr>
            <a:r>
              <a:rPr lang="en-US" sz="2000" dirty="0">
                <a:effectLst/>
                <a:latin typeface="Times New Roman" panose="02020603050405020304" pitchFamily="18" charset="0"/>
                <a:ea typeface="Times New Roman" panose="02020603050405020304" pitchFamily="18" charset="0"/>
              </a:rPr>
              <a:t>the bot's credibility.</a:t>
            </a:r>
          </a:p>
          <a:p>
            <a:pPr marL="671195" marR="758825" algn="just">
              <a:lnSpc>
                <a:spcPct val="150000"/>
              </a:lnSpc>
              <a:spcBef>
                <a:spcPts val="15"/>
              </a:spcBef>
            </a:pPr>
            <a:endParaRPr lang="en-IN" sz="2000" dirty="0">
              <a:effectLst/>
              <a:latin typeface="Times New Roman" panose="02020603050405020304" pitchFamily="18" charset="0"/>
              <a:ea typeface="Times New Roman" panose="02020603050405020304" pitchFamily="18" charset="0"/>
            </a:endParaRPr>
          </a:p>
          <a:p>
            <a:pPr marL="1143000" lvl="2" indent="-228600" algn="just">
              <a:lnSpc>
                <a:spcPts val="1625"/>
              </a:lnSpc>
              <a:buSzPts val="1400"/>
              <a:buFont typeface="Symbol" panose="05050102010706020507" pitchFamily="18" charset="2"/>
              <a:buChar char=""/>
              <a:tabLst>
                <a:tab pos="671195" algn="l"/>
              </a:tabLst>
            </a:pPr>
            <a:r>
              <a:rPr lang="en-US" sz="2000" spc="0" dirty="0">
                <a:effectLst/>
                <a:latin typeface="Times New Roman" panose="02020603050405020304" pitchFamily="18" charset="0"/>
                <a:ea typeface="Symbol" panose="05050102010706020507" pitchFamily="18" charset="2"/>
                <a:cs typeface="Symbol" panose="05050102010706020507" pitchFamily="18" charset="2"/>
              </a:rPr>
              <a:t>Real-time</a:t>
            </a:r>
            <a:r>
              <a:rPr lang="en-US" sz="2000" spc="5" dirty="0">
                <a:effectLst/>
                <a:latin typeface="Times New Roman" panose="02020603050405020304" pitchFamily="18" charset="0"/>
                <a:ea typeface="Symbol" panose="05050102010706020507" pitchFamily="18" charset="2"/>
                <a:cs typeface="Symbol" panose="05050102010706020507" pitchFamily="18" charset="2"/>
              </a:rPr>
              <a:t> </a:t>
            </a:r>
            <a:r>
              <a:rPr lang="en-US" sz="2000" spc="0" dirty="0">
                <a:effectLst/>
                <a:latin typeface="Times New Roman" panose="02020603050405020304" pitchFamily="18" charset="0"/>
                <a:ea typeface="Symbol" panose="05050102010706020507" pitchFamily="18" charset="2"/>
                <a:cs typeface="Symbol" panose="05050102010706020507" pitchFamily="18" charset="2"/>
              </a:rPr>
              <a:t>Data</a:t>
            </a:r>
            <a:r>
              <a:rPr lang="en-US" sz="2000" spc="5" dirty="0">
                <a:effectLst/>
                <a:latin typeface="Times New Roman" panose="02020603050405020304" pitchFamily="18" charset="0"/>
                <a:ea typeface="Symbol" panose="05050102010706020507" pitchFamily="18" charset="2"/>
                <a:cs typeface="Symbol" panose="05050102010706020507" pitchFamily="18" charset="2"/>
              </a:rPr>
              <a:t> </a:t>
            </a:r>
            <a:r>
              <a:rPr lang="en-US" sz="2000" spc="-10" dirty="0">
                <a:effectLst/>
                <a:latin typeface="Times New Roman" panose="02020603050405020304" pitchFamily="18" charset="0"/>
                <a:ea typeface="Symbol" panose="05050102010706020507" pitchFamily="18" charset="2"/>
                <a:cs typeface="Symbol" panose="05050102010706020507" pitchFamily="18" charset="2"/>
              </a:rPr>
              <a:t>Updates:</a:t>
            </a:r>
            <a:endParaRPr lang="en-IN" sz="2000" spc="0" dirty="0">
              <a:effectLst/>
              <a:latin typeface="Times New Roman" panose="02020603050405020304" pitchFamily="18" charset="0"/>
              <a:ea typeface="Symbol" panose="05050102010706020507" pitchFamily="18" charset="2"/>
              <a:cs typeface="Symbol" panose="05050102010706020507" pitchFamily="18" charset="2"/>
            </a:endParaRPr>
          </a:p>
          <a:p>
            <a:pPr marL="671195" marR="758825" algn="just">
              <a:lnSpc>
                <a:spcPct val="150000"/>
              </a:lnSpc>
              <a:spcBef>
                <a:spcPts val="805"/>
              </a:spcBef>
            </a:pPr>
            <a:r>
              <a:rPr lang="en-US" sz="2000" dirty="0">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Implement mechanisms for real-time updates on drug prices, availability, new</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drug</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launches.</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This</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could</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be</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done</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by</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scheduling</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regular</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scraping</a:t>
            </a:r>
            <a:r>
              <a:rPr lang="en-US" sz="2000" spc="-1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intervals or using APIs from trusted sources for real-time information.</a:t>
            </a:r>
            <a:endParaRPr lang="en-IN" sz="2000" dirty="0">
              <a:effectLst/>
              <a:latin typeface="Times New Roman" panose="02020603050405020304" pitchFamily="18" charset="0"/>
              <a:ea typeface="Times New Roman" panose="02020603050405020304" pitchFamily="18" charset="0"/>
            </a:endParaRPr>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7CBE725E-61E5-1CCD-C07C-0312DE8DBC3A}"/>
                  </a:ext>
                </a:extLst>
              </p14:cNvPr>
              <p14:cNvContentPartPr/>
              <p14:nvPr/>
            </p14:nvContentPartPr>
            <p14:xfrm>
              <a:off x="-1655811" y="2993552"/>
              <a:ext cx="360" cy="360"/>
            </p14:xfrm>
          </p:contentPart>
        </mc:Choice>
        <mc:Fallback>
          <p:pic>
            <p:nvPicPr>
              <p:cNvPr id="4" name="Ink 3">
                <a:extLst>
                  <a:ext uri="{FF2B5EF4-FFF2-40B4-BE49-F238E27FC236}">
                    <a16:creationId xmlns:a16="http://schemas.microsoft.com/office/drawing/2014/main" id="{7CBE725E-61E5-1CCD-C07C-0312DE8DBC3A}"/>
                  </a:ext>
                </a:extLst>
              </p:cNvPr>
              <p:cNvPicPr/>
              <p:nvPr/>
            </p:nvPicPr>
            <p:blipFill>
              <a:blip r:embed="rId5"/>
              <a:stretch>
                <a:fillRect/>
              </a:stretch>
            </p:blipFill>
            <p:spPr>
              <a:xfrm>
                <a:off x="-1745451" y="2813552"/>
                <a:ext cx="1800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652BA6DE-08F6-D4B5-528B-3C1676574ABF}"/>
                  </a:ext>
                </a:extLst>
              </p14:cNvPr>
              <p14:cNvContentPartPr/>
              <p14:nvPr/>
            </p14:nvContentPartPr>
            <p14:xfrm>
              <a:off x="-288891" y="4590872"/>
              <a:ext cx="360" cy="360"/>
            </p14:xfrm>
          </p:contentPart>
        </mc:Choice>
        <mc:Fallback>
          <p:pic>
            <p:nvPicPr>
              <p:cNvPr id="5" name="Ink 4">
                <a:extLst>
                  <a:ext uri="{FF2B5EF4-FFF2-40B4-BE49-F238E27FC236}">
                    <a16:creationId xmlns:a16="http://schemas.microsoft.com/office/drawing/2014/main" id="{652BA6DE-08F6-D4B5-528B-3C1676574ABF}"/>
                  </a:ext>
                </a:extLst>
              </p:cNvPr>
              <p:cNvPicPr/>
              <p:nvPr/>
            </p:nvPicPr>
            <p:blipFill>
              <a:blip r:embed="rId5"/>
              <a:stretch>
                <a:fillRect/>
              </a:stretch>
            </p:blipFill>
            <p:spPr>
              <a:xfrm>
                <a:off x="-378531" y="4411232"/>
                <a:ext cx="180000" cy="360000"/>
              </a:xfrm>
              <a:prstGeom prst="rect">
                <a:avLst/>
              </a:prstGeom>
            </p:spPr>
          </p:pic>
        </mc:Fallback>
      </mc:AlternateContent>
      <p:sp>
        <p:nvSpPr>
          <p:cNvPr id="16" name="Content Placeholder 15">
            <a:extLst>
              <a:ext uri="{FF2B5EF4-FFF2-40B4-BE49-F238E27FC236}">
                <a16:creationId xmlns:a16="http://schemas.microsoft.com/office/drawing/2014/main" id="{2F1239A6-DFDF-7409-BE9E-E9BC4C70D09F}"/>
              </a:ext>
            </a:extLst>
          </p:cNvPr>
          <p:cNvSpPr>
            <a:spLocks noGrp="1"/>
          </p:cNvSpPr>
          <p:nvPr>
            <p:ph idx="1"/>
          </p:nvPr>
        </p:nvSpPr>
        <p:spPr>
          <a:xfrm>
            <a:off x="-1080628" y="1088740"/>
            <a:ext cx="8763000" cy="5334000"/>
          </a:xfrm>
        </p:spPr>
        <p:txBody>
          <a:bodyPr>
            <a:normAutofit fontScale="70000" lnSpcReduction="20000"/>
          </a:bodyPr>
          <a:lstStyle/>
          <a:p>
            <a:pPr marL="1600200" marR="751840" lvl="3" indent="-228600">
              <a:lnSpc>
                <a:spcPct val="150000"/>
              </a:lnSpc>
              <a:buSzPts val="1400"/>
              <a:buFont typeface="Times New Roman" panose="02020603050405020304" pitchFamily="18" charset="0"/>
              <a:buAutoNum type="arabicPeriod"/>
              <a:tabLst>
                <a:tab pos="774065" algn="l"/>
                <a:tab pos="1688465" algn="l"/>
              </a:tabLst>
            </a:pPr>
            <a:r>
              <a:rPr lang="en-US" sz="2600" b="1" spc="-10" dirty="0">
                <a:effectLst/>
                <a:latin typeface="Times New Roman" panose="02020603050405020304" pitchFamily="18" charset="0"/>
                <a:ea typeface="Times New Roman" panose="02020603050405020304" pitchFamily="18" charset="0"/>
              </a:rPr>
              <a:t>UiPath</a:t>
            </a:r>
            <a:r>
              <a:rPr lang="en-US" sz="2600" b="1" spc="0" dirty="0">
                <a:effectLst/>
                <a:latin typeface="Times New Roman" panose="02020603050405020304" pitchFamily="18" charset="0"/>
                <a:ea typeface="Times New Roman" panose="02020603050405020304" pitchFamily="18" charset="0"/>
              </a:rPr>
              <a:t>	</a:t>
            </a:r>
            <a:r>
              <a:rPr lang="en-US" sz="2600" b="1" spc="-10" dirty="0">
                <a:effectLst/>
                <a:latin typeface="Times New Roman" panose="02020603050405020304" pitchFamily="18" charset="0"/>
                <a:ea typeface="Times New Roman" panose="02020603050405020304" pitchFamily="18" charset="0"/>
              </a:rPr>
              <a:t>Documentation: </a:t>
            </a:r>
            <a:r>
              <a:rPr lang="en-US" sz="2600" spc="-10" dirty="0">
                <a:effectLst/>
                <a:latin typeface="Times New Roman" panose="02020603050405020304" pitchFamily="18" charset="0"/>
                <a:ea typeface="Times New Roman" panose="02020603050405020304" pitchFamily="18" charset="0"/>
              </a:rPr>
              <a:t>[https://docs.uipath.com/activities/other/latest/integration-service/uipath-uipath- </a:t>
            </a:r>
            <a:r>
              <a:rPr lang="en-US" sz="2600" spc="-10" dirty="0" err="1">
                <a:effectLst/>
                <a:latin typeface="Times New Roman" panose="02020603050405020304" pitchFamily="18" charset="0"/>
                <a:ea typeface="Times New Roman" panose="02020603050405020304" pitchFamily="18" charset="0"/>
              </a:rPr>
              <a:t>airdk</a:t>
            </a:r>
            <a:r>
              <a:rPr lang="en-US" sz="2600" spc="-10" dirty="0">
                <a:effectLst/>
                <a:latin typeface="Times New Roman" panose="02020603050405020304" pitchFamily="18" charset="0"/>
                <a:ea typeface="Times New Roman" panose="02020603050405020304" pitchFamily="18" charset="0"/>
              </a:rPr>
              <a:t>-about]</a:t>
            </a:r>
            <a:endParaRPr lang="en-IN" sz="2600" spc="0" dirty="0">
              <a:effectLst/>
              <a:latin typeface="Times New Roman" panose="02020603050405020304" pitchFamily="18" charset="0"/>
              <a:ea typeface="Times New Roman" panose="02020603050405020304" pitchFamily="18" charset="0"/>
            </a:endParaRPr>
          </a:p>
          <a:p>
            <a:pPr marL="1600200" lvl="3" indent="-228600">
              <a:spcBef>
                <a:spcPts val="20"/>
              </a:spcBef>
              <a:buSzPts val="1400"/>
              <a:buFont typeface="Times New Roman" panose="02020603050405020304" pitchFamily="18" charset="0"/>
              <a:buAutoNum type="arabicPeriod"/>
              <a:tabLst>
                <a:tab pos="774700" algn="l"/>
              </a:tabLst>
            </a:pPr>
            <a:r>
              <a:rPr lang="en-US" sz="2600" b="1" spc="0" dirty="0">
                <a:effectLst/>
                <a:latin typeface="Times New Roman" panose="02020603050405020304" pitchFamily="18" charset="0"/>
                <a:ea typeface="Times New Roman" panose="02020603050405020304" pitchFamily="18" charset="0"/>
              </a:rPr>
              <a:t>Machine</a:t>
            </a:r>
            <a:r>
              <a:rPr lang="en-US" sz="2600" b="1" spc="-15" dirty="0">
                <a:effectLst/>
                <a:latin typeface="Times New Roman" panose="02020603050405020304" pitchFamily="18" charset="0"/>
                <a:ea typeface="Times New Roman" panose="02020603050405020304" pitchFamily="18" charset="0"/>
              </a:rPr>
              <a:t> </a:t>
            </a:r>
            <a:r>
              <a:rPr lang="en-US" sz="2600" b="1" spc="0" dirty="0">
                <a:effectLst/>
                <a:latin typeface="Times New Roman" panose="02020603050405020304" pitchFamily="18" charset="0"/>
                <a:ea typeface="Times New Roman" panose="02020603050405020304" pitchFamily="18" charset="0"/>
              </a:rPr>
              <a:t>Learning</a:t>
            </a:r>
            <a:r>
              <a:rPr lang="en-US" sz="2600" b="1" spc="-10" dirty="0">
                <a:effectLst/>
                <a:latin typeface="Times New Roman" panose="02020603050405020304" pitchFamily="18" charset="0"/>
                <a:ea typeface="Times New Roman" panose="02020603050405020304" pitchFamily="18" charset="0"/>
              </a:rPr>
              <a:t> </a:t>
            </a:r>
            <a:r>
              <a:rPr lang="en-US" sz="2600" b="1" spc="0" dirty="0">
                <a:effectLst/>
                <a:latin typeface="Times New Roman" panose="02020603050405020304" pitchFamily="18" charset="0"/>
                <a:ea typeface="Times New Roman" panose="02020603050405020304" pitchFamily="18" charset="0"/>
              </a:rPr>
              <a:t>and</a:t>
            </a:r>
            <a:r>
              <a:rPr lang="en-US" sz="2600" b="1" spc="-5" dirty="0">
                <a:effectLst/>
                <a:latin typeface="Times New Roman" panose="02020603050405020304" pitchFamily="18" charset="0"/>
                <a:ea typeface="Times New Roman" panose="02020603050405020304" pitchFamily="18" charset="0"/>
              </a:rPr>
              <a:t> </a:t>
            </a:r>
            <a:r>
              <a:rPr lang="en-US" sz="2600" b="1" spc="0" dirty="0">
                <a:effectLst/>
                <a:latin typeface="Times New Roman" panose="02020603050405020304" pitchFamily="18" charset="0"/>
                <a:ea typeface="Times New Roman" panose="02020603050405020304" pitchFamily="18" charset="0"/>
              </a:rPr>
              <a:t>Deep</a:t>
            </a:r>
            <a:r>
              <a:rPr lang="en-US" sz="2600" b="1" spc="-20" dirty="0">
                <a:effectLst/>
                <a:latin typeface="Times New Roman" panose="02020603050405020304" pitchFamily="18" charset="0"/>
                <a:ea typeface="Times New Roman" panose="02020603050405020304" pitchFamily="18" charset="0"/>
              </a:rPr>
              <a:t> </a:t>
            </a:r>
            <a:r>
              <a:rPr lang="en-US" sz="2600" b="1" spc="0" dirty="0">
                <a:effectLst/>
                <a:latin typeface="Times New Roman" panose="02020603050405020304" pitchFamily="18" charset="0"/>
                <a:ea typeface="Times New Roman" panose="02020603050405020304" pitchFamily="18" charset="0"/>
              </a:rPr>
              <a:t>Learning</a:t>
            </a:r>
            <a:r>
              <a:rPr lang="en-US" sz="2600" b="1" spc="-10" dirty="0">
                <a:effectLst/>
                <a:latin typeface="Times New Roman" panose="02020603050405020304" pitchFamily="18" charset="0"/>
                <a:ea typeface="Times New Roman" panose="02020603050405020304" pitchFamily="18" charset="0"/>
              </a:rPr>
              <a:t> Textbooks:</a:t>
            </a:r>
            <a:endParaRPr lang="en-IN" sz="2600" spc="0" dirty="0">
              <a:effectLst/>
              <a:latin typeface="Times New Roman" panose="02020603050405020304" pitchFamily="18" charset="0"/>
              <a:ea typeface="Times New Roman" panose="02020603050405020304" pitchFamily="18" charset="0"/>
            </a:endParaRPr>
          </a:p>
          <a:p>
            <a:pPr marL="2057400" marR="570865" lvl="4" indent="-228600">
              <a:lnSpc>
                <a:spcPct val="150000"/>
              </a:lnSpc>
              <a:spcBef>
                <a:spcPts val="790"/>
              </a:spcBef>
              <a:buSzPts val="1400"/>
              <a:buFont typeface="Times New Roman" panose="02020603050405020304" pitchFamily="18" charset="0"/>
              <a:buChar char="○"/>
              <a:tabLst>
                <a:tab pos="1230630" algn="l"/>
                <a:tab pos="1231900" algn="l"/>
              </a:tabLst>
            </a:pPr>
            <a:r>
              <a:rPr lang="en-US" sz="2600" spc="0" dirty="0">
                <a:effectLst/>
                <a:latin typeface="Times New Roman" panose="02020603050405020304" pitchFamily="18" charset="0"/>
                <a:ea typeface="Times New Roman" panose="02020603050405020304" pitchFamily="18" charset="0"/>
              </a:rPr>
              <a:t>Goodfellow, I., Bengio, Y., &amp; Courville, A. (2016). Deep Learning. MIT</a:t>
            </a:r>
            <a:r>
              <a:rPr lang="en-US" sz="2600" spc="400" dirty="0">
                <a:effectLst/>
                <a:latin typeface="Times New Roman" panose="02020603050405020304" pitchFamily="18" charset="0"/>
                <a:ea typeface="Times New Roman" panose="02020603050405020304" pitchFamily="18" charset="0"/>
              </a:rPr>
              <a:t> </a:t>
            </a:r>
            <a:r>
              <a:rPr lang="en-US" sz="2600" spc="-10" dirty="0">
                <a:effectLst/>
                <a:latin typeface="Times New Roman" panose="02020603050405020304" pitchFamily="18" charset="0"/>
                <a:ea typeface="Times New Roman" panose="02020603050405020304" pitchFamily="18" charset="0"/>
              </a:rPr>
              <a:t>Press.</a:t>
            </a:r>
            <a:endParaRPr lang="en-IN" sz="2600" spc="0" dirty="0">
              <a:effectLst/>
              <a:latin typeface="Times New Roman" panose="02020603050405020304" pitchFamily="18" charset="0"/>
              <a:ea typeface="Times New Roman" panose="02020603050405020304" pitchFamily="18" charset="0"/>
            </a:endParaRPr>
          </a:p>
          <a:p>
            <a:pPr marL="2057400" lvl="4" indent="-228600">
              <a:spcBef>
                <a:spcPts val="10"/>
              </a:spcBef>
              <a:buSzPts val="1400"/>
              <a:buFont typeface="Times New Roman" panose="02020603050405020304" pitchFamily="18" charset="0"/>
              <a:buChar char="○"/>
              <a:tabLst>
                <a:tab pos="1230630" algn="l"/>
              </a:tabLst>
            </a:pPr>
            <a:r>
              <a:rPr lang="en-US" sz="2600" spc="0" dirty="0">
                <a:effectLst/>
                <a:latin typeface="Times New Roman" panose="02020603050405020304" pitchFamily="18" charset="0"/>
                <a:ea typeface="Times New Roman" panose="02020603050405020304" pitchFamily="18" charset="0"/>
              </a:rPr>
              <a:t>Bishop,</a:t>
            </a:r>
            <a:r>
              <a:rPr lang="en-US" sz="2600" spc="-30" dirty="0">
                <a:effectLst/>
                <a:latin typeface="Times New Roman" panose="02020603050405020304" pitchFamily="18" charset="0"/>
                <a:ea typeface="Times New Roman" panose="02020603050405020304" pitchFamily="18" charset="0"/>
              </a:rPr>
              <a:t> </a:t>
            </a:r>
            <a:r>
              <a:rPr lang="en-US" sz="2600" spc="0" dirty="0">
                <a:effectLst/>
                <a:latin typeface="Times New Roman" panose="02020603050405020304" pitchFamily="18" charset="0"/>
                <a:ea typeface="Times New Roman" panose="02020603050405020304" pitchFamily="18" charset="0"/>
              </a:rPr>
              <a:t>C.</a:t>
            </a:r>
            <a:r>
              <a:rPr lang="en-US" sz="2600" spc="-20" dirty="0">
                <a:effectLst/>
                <a:latin typeface="Times New Roman" panose="02020603050405020304" pitchFamily="18" charset="0"/>
                <a:ea typeface="Times New Roman" panose="02020603050405020304" pitchFamily="18" charset="0"/>
              </a:rPr>
              <a:t> </a:t>
            </a:r>
            <a:r>
              <a:rPr lang="en-US" sz="2600" spc="0" dirty="0">
                <a:effectLst/>
                <a:latin typeface="Times New Roman" panose="02020603050405020304" pitchFamily="18" charset="0"/>
                <a:ea typeface="Times New Roman" panose="02020603050405020304" pitchFamily="18" charset="0"/>
              </a:rPr>
              <a:t>M.</a:t>
            </a:r>
            <a:r>
              <a:rPr lang="en-US" sz="2600" spc="-20" dirty="0">
                <a:effectLst/>
                <a:latin typeface="Times New Roman" panose="02020603050405020304" pitchFamily="18" charset="0"/>
                <a:ea typeface="Times New Roman" panose="02020603050405020304" pitchFamily="18" charset="0"/>
              </a:rPr>
              <a:t> </a:t>
            </a:r>
            <a:r>
              <a:rPr lang="en-US" sz="2600" spc="0" dirty="0">
                <a:effectLst/>
                <a:latin typeface="Times New Roman" panose="02020603050405020304" pitchFamily="18" charset="0"/>
                <a:ea typeface="Times New Roman" panose="02020603050405020304" pitchFamily="18" charset="0"/>
              </a:rPr>
              <a:t>(2006).</a:t>
            </a:r>
            <a:r>
              <a:rPr lang="en-US" sz="2600" spc="-15" dirty="0">
                <a:effectLst/>
                <a:latin typeface="Times New Roman" panose="02020603050405020304" pitchFamily="18" charset="0"/>
                <a:ea typeface="Times New Roman" panose="02020603050405020304" pitchFamily="18" charset="0"/>
              </a:rPr>
              <a:t> </a:t>
            </a:r>
            <a:r>
              <a:rPr lang="en-US" sz="2600" spc="0" dirty="0">
                <a:effectLst/>
                <a:latin typeface="Times New Roman" panose="02020603050405020304" pitchFamily="18" charset="0"/>
                <a:ea typeface="Times New Roman" panose="02020603050405020304" pitchFamily="18" charset="0"/>
              </a:rPr>
              <a:t>Pattern</a:t>
            </a:r>
            <a:r>
              <a:rPr lang="en-US" sz="2600" spc="-30" dirty="0">
                <a:effectLst/>
                <a:latin typeface="Times New Roman" panose="02020603050405020304" pitchFamily="18" charset="0"/>
                <a:ea typeface="Times New Roman" panose="02020603050405020304" pitchFamily="18" charset="0"/>
              </a:rPr>
              <a:t> </a:t>
            </a:r>
            <a:r>
              <a:rPr lang="en-US" sz="2600" spc="0" dirty="0">
                <a:effectLst/>
                <a:latin typeface="Times New Roman" panose="02020603050405020304" pitchFamily="18" charset="0"/>
                <a:ea typeface="Times New Roman" panose="02020603050405020304" pitchFamily="18" charset="0"/>
              </a:rPr>
              <a:t>Recognition</a:t>
            </a:r>
            <a:r>
              <a:rPr lang="en-US" sz="2600" spc="-30" dirty="0">
                <a:effectLst/>
                <a:latin typeface="Times New Roman" panose="02020603050405020304" pitchFamily="18" charset="0"/>
                <a:ea typeface="Times New Roman" panose="02020603050405020304" pitchFamily="18" charset="0"/>
              </a:rPr>
              <a:t> </a:t>
            </a:r>
            <a:r>
              <a:rPr lang="en-US" sz="2600" spc="0" dirty="0">
                <a:effectLst/>
                <a:latin typeface="Times New Roman" panose="02020603050405020304" pitchFamily="18" charset="0"/>
                <a:ea typeface="Times New Roman" panose="02020603050405020304" pitchFamily="18" charset="0"/>
              </a:rPr>
              <a:t>and</a:t>
            </a:r>
            <a:r>
              <a:rPr lang="en-US" sz="2600" spc="-25" dirty="0">
                <a:effectLst/>
                <a:latin typeface="Times New Roman" panose="02020603050405020304" pitchFamily="18" charset="0"/>
                <a:ea typeface="Times New Roman" panose="02020603050405020304" pitchFamily="18" charset="0"/>
              </a:rPr>
              <a:t> </a:t>
            </a:r>
            <a:r>
              <a:rPr lang="en-US" sz="2600" spc="0" dirty="0">
                <a:effectLst/>
                <a:latin typeface="Times New Roman" panose="02020603050405020304" pitchFamily="18" charset="0"/>
                <a:ea typeface="Times New Roman" panose="02020603050405020304" pitchFamily="18" charset="0"/>
              </a:rPr>
              <a:t>Machine</a:t>
            </a:r>
            <a:r>
              <a:rPr lang="en-US" sz="2600" spc="-35" dirty="0">
                <a:effectLst/>
                <a:latin typeface="Times New Roman" panose="02020603050405020304" pitchFamily="18" charset="0"/>
                <a:ea typeface="Times New Roman" panose="02020603050405020304" pitchFamily="18" charset="0"/>
              </a:rPr>
              <a:t> </a:t>
            </a:r>
            <a:r>
              <a:rPr lang="en-US" sz="2600" spc="0" dirty="0">
                <a:effectLst/>
                <a:latin typeface="Times New Roman" panose="02020603050405020304" pitchFamily="18" charset="0"/>
                <a:ea typeface="Times New Roman" panose="02020603050405020304" pitchFamily="18" charset="0"/>
              </a:rPr>
              <a:t>Learning.</a:t>
            </a:r>
            <a:r>
              <a:rPr lang="en-US" sz="2600" spc="-15" dirty="0">
                <a:effectLst/>
                <a:latin typeface="Times New Roman" panose="02020603050405020304" pitchFamily="18" charset="0"/>
                <a:ea typeface="Times New Roman" panose="02020603050405020304" pitchFamily="18" charset="0"/>
              </a:rPr>
              <a:t> </a:t>
            </a:r>
            <a:r>
              <a:rPr lang="en-US" sz="2600" spc="-10" dirty="0">
                <a:effectLst/>
                <a:latin typeface="Times New Roman" panose="02020603050405020304" pitchFamily="18" charset="0"/>
                <a:ea typeface="Times New Roman" panose="02020603050405020304" pitchFamily="18" charset="0"/>
              </a:rPr>
              <a:t>Springer.</a:t>
            </a:r>
            <a:endParaRPr lang="en-IN" sz="2600" spc="0" dirty="0">
              <a:effectLst/>
              <a:latin typeface="Times New Roman" panose="02020603050405020304" pitchFamily="18" charset="0"/>
              <a:ea typeface="Times New Roman" panose="02020603050405020304" pitchFamily="18" charset="0"/>
            </a:endParaRPr>
          </a:p>
          <a:p>
            <a:pPr marL="1600200" lvl="3" indent="-228600" algn="just">
              <a:spcBef>
                <a:spcPts val="790"/>
              </a:spcBef>
              <a:buSzPts val="1400"/>
              <a:buFont typeface="Times New Roman" panose="02020603050405020304" pitchFamily="18" charset="0"/>
              <a:buAutoNum type="arabicPeriod"/>
              <a:tabLst>
                <a:tab pos="774700" algn="l"/>
              </a:tabLst>
            </a:pPr>
            <a:r>
              <a:rPr lang="en-US" sz="2600" b="1" spc="0" dirty="0">
                <a:effectLst/>
                <a:latin typeface="Times New Roman" panose="02020603050405020304" pitchFamily="18" charset="0"/>
                <a:ea typeface="Times New Roman" panose="02020603050405020304" pitchFamily="18" charset="0"/>
              </a:rPr>
              <a:t>Online</a:t>
            </a:r>
            <a:r>
              <a:rPr lang="en-US" sz="2600" b="1" spc="-10" dirty="0">
                <a:effectLst/>
                <a:latin typeface="Times New Roman" panose="02020603050405020304" pitchFamily="18" charset="0"/>
                <a:ea typeface="Times New Roman" panose="02020603050405020304" pitchFamily="18" charset="0"/>
              </a:rPr>
              <a:t> </a:t>
            </a:r>
            <a:r>
              <a:rPr lang="en-US" sz="2600" b="1" spc="0" dirty="0">
                <a:effectLst/>
                <a:latin typeface="Times New Roman" panose="02020603050405020304" pitchFamily="18" charset="0"/>
                <a:ea typeface="Times New Roman" panose="02020603050405020304" pitchFamily="18" charset="0"/>
              </a:rPr>
              <a:t>Tutorials</a:t>
            </a:r>
            <a:r>
              <a:rPr lang="en-US" sz="2600" b="1" spc="-10" dirty="0">
                <a:effectLst/>
                <a:latin typeface="Times New Roman" panose="02020603050405020304" pitchFamily="18" charset="0"/>
                <a:ea typeface="Times New Roman" panose="02020603050405020304" pitchFamily="18" charset="0"/>
              </a:rPr>
              <a:t> </a:t>
            </a:r>
            <a:r>
              <a:rPr lang="en-US" sz="2600" b="1" spc="0" dirty="0">
                <a:effectLst/>
                <a:latin typeface="Times New Roman" panose="02020603050405020304" pitchFamily="18" charset="0"/>
                <a:ea typeface="Times New Roman" panose="02020603050405020304" pitchFamily="18" charset="0"/>
              </a:rPr>
              <a:t>and </a:t>
            </a:r>
            <a:r>
              <a:rPr lang="en-US" sz="2600" b="1" spc="-10" dirty="0">
                <a:effectLst/>
                <a:latin typeface="Times New Roman" panose="02020603050405020304" pitchFamily="18" charset="0"/>
                <a:ea typeface="Times New Roman" panose="02020603050405020304" pitchFamily="18" charset="0"/>
              </a:rPr>
              <a:t>Resources:</a:t>
            </a:r>
            <a:endParaRPr lang="en-IN" sz="2600" spc="0" dirty="0">
              <a:effectLst/>
              <a:latin typeface="Times New Roman" panose="02020603050405020304" pitchFamily="18" charset="0"/>
              <a:ea typeface="Times New Roman" panose="02020603050405020304" pitchFamily="18" charset="0"/>
            </a:endParaRPr>
          </a:p>
          <a:p>
            <a:pPr marL="2057400" lvl="4" indent="-228600" algn="just">
              <a:spcBef>
                <a:spcPts val="810"/>
              </a:spcBef>
              <a:buSzPts val="1400"/>
              <a:buFont typeface="Times New Roman" panose="02020603050405020304" pitchFamily="18" charset="0"/>
              <a:buChar char="○"/>
              <a:tabLst>
                <a:tab pos="1231900" algn="l"/>
              </a:tabLst>
            </a:pPr>
            <a:r>
              <a:rPr lang="en-US" sz="2600" spc="0" dirty="0">
                <a:effectLst/>
                <a:latin typeface="Times New Roman" panose="02020603050405020304" pitchFamily="18" charset="0"/>
                <a:ea typeface="Times New Roman" panose="02020603050405020304" pitchFamily="18" charset="0"/>
              </a:rPr>
              <a:t>UiPath</a:t>
            </a:r>
            <a:r>
              <a:rPr lang="en-US" sz="2600" spc="-20" dirty="0">
                <a:effectLst/>
                <a:latin typeface="Times New Roman" panose="02020603050405020304" pitchFamily="18" charset="0"/>
                <a:ea typeface="Times New Roman" panose="02020603050405020304" pitchFamily="18" charset="0"/>
              </a:rPr>
              <a:t> </a:t>
            </a:r>
            <a:r>
              <a:rPr lang="en-US" sz="2600" spc="0" dirty="0">
                <a:effectLst/>
                <a:latin typeface="Times New Roman" panose="02020603050405020304" pitchFamily="18" charset="0"/>
                <a:ea typeface="Times New Roman" panose="02020603050405020304" pitchFamily="18" charset="0"/>
              </a:rPr>
              <a:t>Official</a:t>
            </a:r>
            <a:r>
              <a:rPr lang="en-US" sz="2600" spc="-20" dirty="0">
                <a:effectLst/>
                <a:latin typeface="Times New Roman" panose="02020603050405020304" pitchFamily="18" charset="0"/>
                <a:ea typeface="Times New Roman" panose="02020603050405020304" pitchFamily="18" charset="0"/>
              </a:rPr>
              <a:t> </a:t>
            </a:r>
            <a:r>
              <a:rPr lang="en-US" sz="2600" spc="-10" dirty="0">
                <a:effectLst/>
                <a:latin typeface="Times New Roman" panose="02020603050405020304" pitchFamily="18" charset="0"/>
                <a:ea typeface="Times New Roman" panose="02020603050405020304" pitchFamily="18" charset="0"/>
              </a:rPr>
              <a:t>Documentation</a:t>
            </a:r>
            <a:endParaRPr lang="en-IN" sz="2600" spc="0" dirty="0">
              <a:effectLst/>
              <a:latin typeface="Times New Roman" panose="02020603050405020304" pitchFamily="18" charset="0"/>
              <a:ea typeface="Times New Roman" panose="02020603050405020304" pitchFamily="18" charset="0"/>
            </a:endParaRPr>
          </a:p>
          <a:p>
            <a:pPr marL="2057400" lvl="4" indent="-228600" algn="just">
              <a:spcBef>
                <a:spcPts val="810"/>
              </a:spcBef>
              <a:buSzPts val="1400"/>
              <a:buFont typeface="Times New Roman" panose="02020603050405020304" pitchFamily="18" charset="0"/>
              <a:buChar char="○"/>
              <a:tabLst>
                <a:tab pos="1231900" algn="l"/>
              </a:tabLst>
            </a:pPr>
            <a:r>
              <a:rPr lang="en-US" sz="2600" spc="0" dirty="0">
                <a:effectLst/>
                <a:latin typeface="Times New Roman" panose="02020603050405020304" pitchFamily="18" charset="0"/>
                <a:ea typeface="Times New Roman" panose="02020603050405020304" pitchFamily="18" charset="0"/>
              </a:rPr>
              <a:t>YouTube</a:t>
            </a:r>
            <a:r>
              <a:rPr lang="en-US" sz="2600" spc="10" dirty="0">
                <a:effectLst/>
                <a:latin typeface="Times New Roman" panose="02020603050405020304" pitchFamily="18" charset="0"/>
                <a:ea typeface="Times New Roman" panose="02020603050405020304" pitchFamily="18" charset="0"/>
              </a:rPr>
              <a:t> </a:t>
            </a:r>
            <a:r>
              <a:rPr lang="en-US" sz="2600" spc="-10" dirty="0">
                <a:effectLst/>
                <a:latin typeface="Times New Roman" panose="02020603050405020304" pitchFamily="18" charset="0"/>
                <a:ea typeface="Times New Roman" panose="02020603050405020304" pitchFamily="18" charset="0"/>
              </a:rPr>
              <a:t>Tutorials</a:t>
            </a:r>
            <a:endParaRPr lang="en-IN" sz="2600" spc="0" dirty="0">
              <a:effectLst/>
              <a:latin typeface="Times New Roman" panose="02020603050405020304" pitchFamily="18" charset="0"/>
              <a:ea typeface="Times New Roman" panose="02020603050405020304" pitchFamily="18" charset="0"/>
            </a:endParaRPr>
          </a:p>
          <a:p>
            <a:pPr marL="2057400" lvl="4" indent="-228600" algn="just">
              <a:spcBef>
                <a:spcPts val="810"/>
              </a:spcBef>
              <a:buSzPts val="1400"/>
              <a:buFont typeface="Times New Roman" panose="02020603050405020304" pitchFamily="18" charset="0"/>
              <a:buChar char="○"/>
              <a:tabLst>
                <a:tab pos="1231900" algn="l"/>
              </a:tabLst>
            </a:pPr>
            <a:r>
              <a:rPr lang="en-US" sz="2600" spc="0" dirty="0" err="1">
                <a:effectLst/>
                <a:latin typeface="Times New Roman" panose="02020603050405020304" pitchFamily="18" charset="0"/>
                <a:ea typeface="Times New Roman" panose="02020603050405020304" pitchFamily="18" charset="0"/>
              </a:rPr>
              <a:t>UIPath</a:t>
            </a:r>
            <a:r>
              <a:rPr lang="en-US" sz="2600" spc="-15" dirty="0">
                <a:effectLst/>
                <a:latin typeface="Times New Roman" panose="02020603050405020304" pitchFamily="18" charset="0"/>
                <a:ea typeface="Times New Roman" panose="02020603050405020304" pitchFamily="18" charset="0"/>
              </a:rPr>
              <a:t> </a:t>
            </a:r>
            <a:r>
              <a:rPr lang="en-US" sz="2600" spc="0" dirty="0">
                <a:effectLst/>
                <a:latin typeface="Times New Roman" panose="02020603050405020304" pitchFamily="18" charset="0"/>
                <a:ea typeface="Times New Roman" panose="02020603050405020304" pitchFamily="18" charset="0"/>
              </a:rPr>
              <a:t>Online</a:t>
            </a:r>
            <a:r>
              <a:rPr lang="en-US" sz="2600" spc="-10" dirty="0">
                <a:effectLst/>
                <a:latin typeface="Times New Roman" panose="02020603050405020304" pitchFamily="18" charset="0"/>
                <a:ea typeface="Times New Roman" panose="02020603050405020304" pitchFamily="18" charset="0"/>
              </a:rPr>
              <a:t> Forums</a:t>
            </a:r>
            <a:endParaRPr lang="en-IN" sz="2600" spc="0" dirty="0">
              <a:effectLst/>
              <a:latin typeface="Times New Roman" panose="02020603050405020304" pitchFamily="18" charset="0"/>
              <a:ea typeface="Times New Roman" panose="02020603050405020304" pitchFamily="18" charset="0"/>
            </a:endParaRPr>
          </a:p>
          <a:p>
            <a:pPr marL="2057400" lvl="4" indent="-228600">
              <a:spcBef>
                <a:spcPts val="790"/>
              </a:spcBef>
              <a:buSzPts val="1400"/>
              <a:buFont typeface="Times New Roman" panose="02020603050405020304" pitchFamily="18" charset="0"/>
              <a:buChar char="○"/>
              <a:tabLst>
                <a:tab pos="1231900" algn="l"/>
              </a:tabLst>
            </a:pPr>
            <a:r>
              <a:rPr lang="en-US" sz="2600" spc="-10" dirty="0">
                <a:effectLst/>
                <a:latin typeface="Times New Roman" panose="02020603050405020304" pitchFamily="18" charset="0"/>
                <a:ea typeface="Times New Roman" panose="02020603050405020304" pitchFamily="18" charset="0"/>
              </a:rPr>
              <a:t>REDDIT</a:t>
            </a:r>
            <a:endParaRPr lang="en-IN" sz="2600" spc="0" dirty="0">
              <a:effectLst/>
              <a:latin typeface="Times New Roman" panose="02020603050405020304" pitchFamily="18" charset="0"/>
              <a:ea typeface="Times New Roman" panose="02020603050405020304" pitchFamily="18" charset="0"/>
            </a:endParaRPr>
          </a:p>
          <a:p>
            <a:pPr marL="2057400" lvl="4" indent="-228600">
              <a:spcBef>
                <a:spcPts val="810"/>
              </a:spcBef>
              <a:buSzPts val="1400"/>
              <a:buFont typeface="Times New Roman" panose="02020603050405020304" pitchFamily="18" charset="0"/>
              <a:buChar char="○"/>
              <a:tabLst>
                <a:tab pos="1231900" algn="l"/>
              </a:tabLst>
            </a:pPr>
            <a:r>
              <a:rPr lang="en-US" sz="2600" spc="-10" dirty="0">
                <a:effectLst/>
                <a:latin typeface="Times New Roman" panose="02020603050405020304" pitchFamily="18" charset="0"/>
                <a:ea typeface="Times New Roman" panose="02020603050405020304" pitchFamily="18" charset="0"/>
              </a:rPr>
              <a:t>WIKIPEDIA</a:t>
            </a:r>
            <a:endParaRPr lang="en-IN" sz="2600" spc="0" dirty="0">
              <a:effectLst/>
              <a:latin typeface="Times New Roman" panose="02020603050405020304" pitchFamily="18" charset="0"/>
              <a:ea typeface="Times New Roman" panose="02020603050405020304" pitchFamily="18" charset="0"/>
            </a:endParaRPr>
          </a:p>
          <a:p>
            <a:pPr marL="2057400" lvl="4" indent="-228600">
              <a:spcBef>
                <a:spcPts val="815"/>
              </a:spcBef>
              <a:buSzPts val="1400"/>
              <a:buFont typeface="Times New Roman" panose="02020603050405020304" pitchFamily="18" charset="0"/>
              <a:buChar char="○"/>
              <a:tabLst>
                <a:tab pos="1231900" algn="l"/>
              </a:tabLst>
            </a:pPr>
            <a:r>
              <a:rPr lang="en-US" sz="2600" spc="-10" dirty="0">
                <a:effectLst/>
                <a:latin typeface="Times New Roman" panose="02020603050405020304" pitchFamily="18" charset="0"/>
                <a:ea typeface="Times New Roman" panose="02020603050405020304" pitchFamily="18" charset="0"/>
              </a:rPr>
              <a:t>GITHUB</a:t>
            </a:r>
            <a:endParaRPr lang="en-IN" sz="2600" spc="0" dirty="0">
              <a:effectLst/>
              <a:latin typeface="Times New Roman" panose="02020603050405020304" pitchFamily="18" charset="0"/>
              <a:ea typeface="Times New Roman" panose="02020603050405020304" pitchFamily="18" charset="0"/>
            </a:endParaRPr>
          </a:p>
          <a:p>
            <a:pPr marL="0" indent="0">
              <a:buNone/>
            </a:pPr>
            <a:endParaRPr lang="en-IN" dirty="0"/>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32822" y="2321005"/>
            <a:ext cx="4078361"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Queries</a:t>
            </a:r>
          </a:p>
        </p:txBody>
      </p:sp>
    </p:spTree>
    <p:extLst>
      <p:ext uri="{BB962C8B-B14F-4D97-AF65-F5344CB8AC3E}">
        <p14:creationId xmlns:p14="http://schemas.microsoft.com/office/powerpoint/2010/main" val="21918022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27460" y="2321005"/>
            <a:ext cx="7689093"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Demonstration</a:t>
            </a:r>
          </a:p>
        </p:txBody>
      </p:sp>
    </p:spTree>
    <p:extLst>
      <p:ext uri="{BB962C8B-B14F-4D97-AF65-F5344CB8AC3E}">
        <p14:creationId xmlns:p14="http://schemas.microsoft.com/office/powerpoint/2010/main" val="26063687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9502</TotalTime>
  <Words>1171</Words>
  <Application>Microsoft Office PowerPoint</Application>
  <PresentationFormat>On-screen Show (4:3)</PresentationFormat>
  <Paragraphs>143</Paragraphs>
  <Slides>22</Slides>
  <Notes>17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72 Black</vt:lpstr>
      <vt:lpstr>Arial</vt:lpstr>
      <vt:lpstr>Calibri</vt:lpstr>
      <vt:lpstr>Open Sans Bold</vt:lpstr>
      <vt:lpstr>Open Sans Extrabold</vt:lpstr>
      <vt:lpstr>Open Sans Light</vt:lpstr>
      <vt:lpstr>Symbol</vt:lpstr>
      <vt:lpstr>Times New Roman</vt:lpstr>
      <vt:lpstr>Wingdings</vt:lpstr>
      <vt:lpstr>Office Theme</vt:lpstr>
      <vt:lpstr>PowerPoint Presentation</vt:lpstr>
      <vt:lpstr>Abstract</vt:lpstr>
      <vt:lpstr>Need for the Proposed System</vt:lpstr>
      <vt:lpstr>Advantages of the Proposed System</vt:lpstr>
      <vt:lpstr>Literature Survey</vt:lpstr>
      <vt:lpstr>Main Objective</vt:lpstr>
      <vt:lpstr>Architecture</vt:lpstr>
      <vt:lpstr>System Requirements</vt:lpstr>
      <vt:lpstr>Functional Description</vt:lpstr>
      <vt:lpstr>System Flow Diagram</vt:lpstr>
      <vt:lpstr>Sequence Diagram</vt:lpstr>
      <vt:lpstr>Process Design</vt:lpstr>
      <vt:lpstr>PowerPoint Presentation</vt:lpstr>
      <vt:lpstr>PowerPoint Presentation</vt:lpstr>
      <vt:lpstr>PowerPoint Presentation</vt:lpstr>
      <vt:lpstr>PowerPoint Presentation</vt:lpstr>
      <vt:lpstr>Conclusions</vt:lpstr>
      <vt:lpstr>Future Enhancement</vt:lpstr>
      <vt:lpstr>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Guna Sundari</dc:creator>
  <cp:lastModifiedBy>Chandra Harsha Vellanki</cp:lastModifiedBy>
  <cp:revision>1742</cp:revision>
  <dcterms:created xsi:type="dcterms:W3CDTF">2013-05-17T03:00:03Z</dcterms:created>
  <dcterms:modified xsi:type="dcterms:W3CDTF">2024-11-22T05:24:05Z</dcterms:modified>
</cp:coreProperties>
</file>